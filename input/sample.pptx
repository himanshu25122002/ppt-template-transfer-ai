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3.xml" ContentType="application/vnd.openxmlformats-officedocument.theme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4.xml" ContentType="application/vnd.openxmlformats-officedocument.theme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5.xml" ContentType="application/vnd.openxmlformats-officedocument.theme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theme/theme6.xml" ContentType="application/vnd.openxmlformats-officedocument.theme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theme/theme7.xml" ContentType="application/vnd.openxmlformats-officedocument.theme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heme/theme8.xml" ContentType="application/vnd.openxmlformats-officedocument.theme+xml"/>
  <Override PartName="/ppt/theme/theme9.xml" ContentType="application/vnd.openxmlformats-officedocument.theme+xml"/>
  <Override PartName="/ppt/tags/tag87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497" r:id="rId2"/>
    <p:sldMasterId id="2147484759" r:id="rId3"/>
    <p:sldMasterId id="2147484941" r:id="rId4"/>
    <p:sldMasterId id="2147484959" r:id="rId5"/>
    <p:sldMasterId id="2147484974" r:id="rId6"/>
    <p:sldMasterId id="2147484996" r:id="rId7"/>
    <p:sldMasterId id="2147485016" r:id="rId8"/>
  </p:sldMasterIdLst>
  <p:notesMasterIdLst>
    <p:notesMasterId r:id="rId10"/>
  </p:notesMasterIdLst>
  <p:handoutMasterIdLst>
    <p:handoutMasterId r:id="rId11"/>
  </p:handoutMasterIdLst>
  <p:sldIdLst>
    <p:sldId id="262" r:id="rId9"/>
  </p:sldIdLst>
  <p:sldSz cx="12192000" cy="6858000"/>
  <p:notesSz cx="6797675" cy="9872663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ath Bin Ateeq" initials="MBA" lastIdx="11" clrIdx="0">
    <p:extLst>
      <p:ext uri="{19B8F6BF-5375-455C-9EA6-DF929625EA0E}">
        <p15:presenceInfo xmlns:p15="http://schemas.microsoft.com/office/powerpoint/2012/main" userId="S-1-5-21-3522497833-2123746442-1429247793-4057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AD72"/>
    <a:srgbClr val="F6EFDE"/>
    <a:srgbClr val="F0F0F0"/>
    <a:srgbClr val="005D4D"/>
    <a:srgbClr val="004325"/>
    <a:srgbClr val="FFFFFF"/>
    <a:srgbClr val="D0D0D0"/>
    <a:srgbClr val="EDE3D9"/>
    <a:srgbClr val="E6E6E6"/>
    <a:srgbClr val="E9E9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20" autoAdjust="0"/>
    <p:restoredTop sz="97440" autoAdjust="0"/>
  </p:normalViewPr>
  <p:slideViewPr>
    <p:cSldViewPr snapToGrid="0" showGuides="1">
      <p:cViewPr varScale="1">
        <p:scale>
          <a:sx n="43" d="100"/>
          <a:sy n="43" d="100"/>
        </p:scale>
        <p:origin x="72" y="142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7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2.xml"/><Relationship Id="rId7" Type="http://schemas.openxmlformats.org/officeDocument/2006/relationships/slideMaster" Target="slideMasters/slideMaster6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5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3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4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5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5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5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5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5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6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6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6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6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6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6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7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7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7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7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7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7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8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8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8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8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8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8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8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9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9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9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9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9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10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10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10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10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10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10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1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1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1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1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1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1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1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6065" cy="4941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091" y="0"/>
            <a:ext cx="2946065" cy="4941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87E993-3B5D-411E-86AB-F914442427BF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378530"/>
            <a:ext cx="2946065" cy="494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091" y="9378530"/>
            <a:ext cx="2946065" cy="494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146FFD-0A0B-4333-946B-B5EFD4914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6418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6065" cy="4941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091" y="0"/>
            <a:ext cx="2946065" cy="4941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1B2376-DA05-4FEF-9513-16000207FD40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161" y="4751032"/>
            <a:ext cx="5439356" cy="388796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378530"/>
            <a:ext cx="2946065" cy="494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091" y="9378530"/>
            <a:ext cx="2946065" cy="494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23CC32-8753-4EF6-A50F-0C8C90719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871344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tags" Target="../tags/tag2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1" Type="http://schemas.openxmlformats.org/officeDocument/2006/relationships/vmlDrawing" Target="../drawings/vmlDrawing2.v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9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33.xml"/><Relationship Id="rId3" Type="http://schemas.openxmlformats.org/officeDocument/2006/relationships/tags" Target="../tags/tag28.xml"/><Relationship Id="rId7" Type="http://schemas.openxmlformats.org/officeDocument/2006/relationships/tags" Target="../tags/tag32.xml"/><Relationship Id="rId2" Type="http://schemas.openxmlformats.org/officeDocument/2006/relationships/tags" Target="../tags/tag27.xml"/><Relationship Id="rId1" Type="http://schemas.openxmlformats.org/officeDocument/2006/relationships/vmlDrawing" Target="../drawings/vmlDrawing3.vml"/><Relationship Id="rId6" Type="http://schemas.openxmlformats.org/officeDocument/2006/relationships/tags" Target="../tags/tag31.xml"/><Relationship Id="rId11" Type="http://schemas.openxmlformats.org/officeDocument/2006/relationships/image" Target="../media/image1.emf"/><Relationship Id="rId5" Type="http://schemas.openxmlformats.org/officeDocument/2006/relationships/tags" Target="../tags/tag30.xml"/><Relationship Id="rId10" Type="http://schemas.openxmlformats.org/officeDocument/2006/relationships/oleObject" Target="../embeddings/oleObject3.bin"/><Relationship Id="rId4" Type="http://schemas.openxmlformats.org/officeDocument/2006/relationships/tags" Target="../tags/tag29.xml"/><Relationship Id="rId9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2" Type="http://schemas.openxmlformats.org/officeDocument/2006/relationships/tags" Target="../tags/tag34.xml"/><Relationship Id="rId1" Type="http://schemas.openxmlformats.org/officeDocument/2006/relationships/vmlDrawing" Target="../drawings/vmlDrawing4.v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10" Type="http://schemas.openxmlformats.org/officeDocument/2006/relationships/image" Target="../media/image3.emf"/><Relationship Id="rId4" Type="http://schemas.openxmlformats.org/officeDocument/2006/relationships/tags" Target="../tags/tag36.xml"/><Relationship Id="rId9" Type="http://schemas.openxmlformats.org/officeDocument/2006/relationships/oleObject" Target="../embeddings/oleObject4.bin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41.xml"/><Relationship Id="rId7" Type="http://schemas.openxmlformats.org/officeDocument/2006/relationships/tags" Target="../tags/tag45.xml"/><Relationship Id="rId2" Type="http://schemas.openxmlformats.org/officeDocument/2006/relationships/tags" Target="../tags/tag40.xml"/><Relationship Id="rId1" Type="http://schemas.openxmlformats.org/officeDocument/2006/relationships/vmlDrawing" Target="../drawings/vmlDrawing5.v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10" Type="http://schemas.openxmlformats.org/officeDocument/2006/relationships/image" Target="../media/image3.emf"/><Relationship Id="rId4" Type="http://schemas.openxmlformats.org/officeDocument/2006/relationships/tags" Target="../tags/tag42.xml"/><Relationship Id="rId9" Type="http://schemas.openxmlformats.org/officeDocument/2006/relationships/oleObject" Target="../embeddings/oleObject5.bin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47.xml"/><Relationship Id="rId7" Type="http://schemas.openxmlformats.org/officeDocument/2006/relationships/tags" Target="../tags/tag51.xml"/><Relationship Id="rId2" Type="http://schemas.openxmlformats.org/officeDocument/2006/relationships/tags" Target="../tags/tag46.xml"/><Relationship Id="rId1" Type="http://schemas.openxmlformats.org/officeDocument/2006/relationships/vmlDrawing" Target="../drawings/vmlDrawing6.v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10" Type="http://schemas.openxmlformats.org/officeDocument/2006/relationships/image" Target="../media/image3.emf"/><Relationship Id="rId4" Type="http://schemas.openxmlformats.org/officeDocument/2006/relationships/tags" Target="../tags/tag48.xml"/><Relationship Id="rId9" Type="http://schemas.openxmlformats.org/officeDocument/2006/relationships/oleObject" Target="../embeddings/oleObject6.bin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3" Type="http://schemas.openxmlformats.org/officeDocument/2006/relationships/tags" Target="../tags/tag53.xml"/><Relationship Id="rId7" Type="http://schemas.openxmlformats.org/officeDocument/2006/relationships/tags" Target="../tags/tag57.xml"/><Relationship Id="rId2" Type="http://schemas.openxmlformats.org/officeDocument/2006/relationships/tags" Target="../tags/tag52.xml"/><Relationship Id="rId1" Type="http://schemas.openxmlformats.org/officeDocument/2006/relationships/vmlDrawing" Target="../drawings/vmlDrawing7.vml"/><Relationship Id="rId6" Type="http://schemas.openxmlformats.org/officeDocument/2006/relationships/tags" Target="../tags/tag56.xml"/><Relationship Id="rId11" Type="http://schemas.openxmlformats.org/officeDocument/2006/relationships/image" Target="../media/image3.emf"/><Relationship Id="rId5" Type="http://schemas.openxmlformats.org/officeDocument/2006/relationships/tags" Target="../tags/tag55.xml"/><Relationship Id="rId10" Type="http://schemas.openxmlformats.org/officeDocument/2006/relationships/oleObject" Target="../embeddings/oleObject7.bin"/><Relationship Id="rId4" Type="http://schemas.openxmlformats.org/officeDocument/2006/relationships/tags" Target="../tags/tag54.xml"/><Relationship Id="rId9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65.xml"/><Relationship Id="rId3" Type="http://schemas.openxmlformats.org/officeDocument/2006/relationships/tags" Target="../tags/tag60.xml"/><Relationship Id="rId7" Type="http://schemas.openxmlformats.org/officeDocument/2006/relationships/tags" Target="../tags/tag64.xml"/><Relationship Id="rId12" Type="http://schemas.openxmlformats.org/officeDocument/2006/relationships/image" Target="../media/image1.emf"/><Relationship Id="rId2" Type="http://schemas.openxmlformats.org/officeDocument/2006/relationships/tags" Target="../tags/tag59.xml"/><Relationship Id="rId1" Type="http://schemas.openxmlformats.org/officeDocument/2006/relationships/vmlDrawing" Target="../drawings/vmlDrawing8.vml"/><Relationship Id="rId6" Type="http://schemas.openxmlformats.org/officeDocument/2006/relationships/tags" Target="../tags/tag63.xml"/><Relationship Id="rId11" Type="http://schemas.openxmlformats.org/officeDocument/2006/relationships/oleObject" Target="../embeddings/oleObject8.bin"/><Relationship Id="rId5" Type="http://schemas.openxmlformats.org/officeDocument/2006/relationships/tags" Target="../tags/tag62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61.xml"/><Relationship Id="rId9" Type="http://schemas.openxmlformats.org/officeDocument/2006/relationships/tags" Target="../tags/tag66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73.xml"/><Relationship Id="rId3" Type="http://schemas.openxmlformats.org/officeDocument/2006/relationships/tags" Target="../tags/tag68.xml"/><Relationship Id="rId7" Type="http://schemas.openxmlformats.org/officeDocument/2006/relationships/tags" Target="../tags/tag72.xml"/><Relationship Id="rId12" Type="http://schemas.openxmlformats.org/officeDocument/2006/relationships/image" Target="../media/image1.emf"/><Relationship Id="rId2" Type="http://schemas.openxmlformats.org/officeDocument/2006/relationships/tags" Target="../tags/tag67.xml"/><Relationship Id="rId1" Type="http://schemas.openxmlformats.org/officeDocument/2006/relationships/vmlDrawing" Target="../drawings/vmlDrawing9.vml"/><Relationship Id="rId6" Type="http://schemas.openxmlformats.org/officeDocument/2006/relationships/tags" Target="../tags/tag71.xml"/><Relationship Id="rId11" Type="http://schemas.openxmlformats.org/officeDocument/2006/relationships/oleObject" Target="../embeddings/oleObject9.bin"/><Relationship Id="rId5" Type="http://schemas.openxmlformats.org/officeDocument/2006/relationships/tags" Target="../tags/tag7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69.xml"/><Relationship Id="rId9" Type="http://schemas.openxmlformats.org/officeDocument/2006/relationships/tags" Target="../tags/tag74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3" Type="http://schemas.openxmlformats.org/officeDocument/2006/relationships/tags" Target="../tags/tag76.xml"/><Relationship Id="rId7" Type="http://schemas.openxmlformats.org/officeDocument/2006/relationships/tags" Target="../tags/tag80.xml"/><Relationship Id="rId12" Type="http://schemas.openxmlformats.org/officeDocument/2006/relationships/image" Target="../media/image1.emf"/><Relationship Id="rId2" Type="http://schemas.openxmlformats.org/officeDocument/2006/relationships/tags" Target="../tags/tag75.xml"/><Relationship Id="rId1" Type="http://schemas.openxmlformats.org/officeDocument/2006/relationships/vmlDrawing" Target="../drawings/vmlDrawing10.vml"/><Relationship Id="rId6" Type="http://schemas.openxmlformats.org/officeDocument/2006/relationships/tags" Target="../tags/tag79.xml"/><Relationship Id="rId11" Type="http://schemas.openxmlformats.org/officeDocument/2006/relationships/oleObject" Target="../embeddings/oleObject10.bin"/><Relationship Id="rId5" Type="http://schemas.openxmlformats.org/officeDocument/2006/relationships/tags" Target="../tags/tag78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77.xml"/><Relationship Id="rId9" Type="http://schemas.openxmlformats.org/officeDocument/2006/relationships/tags" Target="../tags/tag82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12" Type="http://schemas.openxmlformats.org/officeDocument/2006/relationships/image" Target="../media/image4.emf"/><Relationship Id="rId2" Type="http://schemas.openxmlformats.org/officeDocument/2006/relationships/tags" Target="../tags/tag83.xml"/><Relationship Id="rId1" Type="http://schemas.openxmlformats.org/officeDocument/2006/relationships/vmlDrawing" Target="../drawings/vmlDrawing11.vml"/><Relationship Id="rId6" Type="http://schemas.openxmlformats.org/officeDocument/2006/relationships/tags" Target="../tags/tag87.xml"/><Relationship Id="rId11" Type="http://schemas.openxmlformats.org/officeDocument/2006/relationships/oleObject" Target="../embeddings/oleObject11.bin"/><Relationship Id="rId5" Type="http://schemas.openxmlformats.org/officeDocument/2006/relationships/tags" Target="../tags/tag86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85.xml"/><Relationship Id="rId9" Type="http://schemas.openxmlformats.org/officeDocument/2006/relationships/tags" Target="../tags/tag90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97.xml"/><Relationship Id="rId3" Type="http://schemas.openxmlformats.org/officeDocument/2006/relationships/tags" Target="../tags/tag92.xml"/><Relationship Id="rId7" Type="http://schemas.openxmlformats.org/officeDocument/2006/relationships/tags" Target="../tags/tag96.xml"/><Relationship Id="rId12" Type="http://schemas.openxmlformats.org/officeDocument/2006/relationships/image" Target="../media/image1.emf"/><Relationship Id="rId2" Type="http://schemas.openxmlformats.org/officeDocument/2006/relationships/tags" Target="../tags/tag91.xml"/><Relationship Id="rId1" Type="http://schemas.openxmlformats.org/officeDocument/2006/relationships/vmlDrawing" Target="../drawings/vmlDrawing12.vml"/><Relationship Id="rId6" Type="http://schemas.openxmlformats.org/officeDocument/2006/relationships/tags" Target="../tags/tag95.xml"/><Relationship Id="rId11" Type="http://schemas.openxmlformats.org/officeDocument/2006/relationships/oleObject" Target="../embeddings/oleObject12.bin"/><Relationship Id="rId5" Type="http://schemas.openxmlformats.org/officeDocument/2006/relationships/tags" Target="../tags/tag94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3.xml"/><Relationship Id="rId9" Type="http://schemas.openxmlformats.org/officeDocument/2006/relationships/tags" Target="../tags/tag98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tags" Target="../tags/tag100.xml"/><Relationship Id="rId7" Type="http://schemas.openxmlformats.org/officeDocument/2006/relationships/oleObject" Target="../embeddings/oleObject13.bin"/><Relationship Id="rId2" Type="http://schemas.openxmlformats.org/officeDocument/2006/relationships/tags" Target="../tags/tag99.xml"/><Relationship Id="rId1" Type="http://schemas.openxmlformats.org/officeDocument/2006/relationships/vmlDrawing" Target="../drawings/vmlDrawing13.v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02.xml"/><Relationship Id="rId4" Type="http://schemas.openxmlformats.org/officeDocument/2006/relationships/tags" Target="../tags/tag10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4.bin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11.xml"/><Relationship Id="rId3" Type="http://schemas.openxmlformats.org/officeDocument/2006/relationships/tags" Target="../tags/tag106.xml"/><Relationship Id="rId7" Type="http://schemas.openxmlformats.org/officeDocument/2006/relationships/tags" Target="../tags/tag110.xml"/><Relationship Id="rId2" Type="http://schemas.openxmlformats.org/officeDocument/2006/relationships/tags" Target="../tags/tag105.xml"/><Relationship Id="rId1" Type="http://schemas.openxmlformats.org/officeDocument/2006/relationships/vmlDrawing" Target="../drawings/vmlDrawing15.vml"/><Relationship Id="rId6" Type="http://schemas.openxmlformats.org/officeDocument/2006/relationships/tags" Target="../tags/tag109.xml"/><Relationship Id="rId11" Type="http://schemas.openxmlformats.org/officeDocument/2006/relationships/image" Target="../media/image1.emf"/><Relationship Id="rId5" Type="http://schemas.openxmlformats.org/officeDocument/2006/relationships/tags" Target="../tags/tag108.xml"/><Relationship Id="rId10" Type="http://schemas.openxmlformats.org/officeDocument/2006/relationships/oleObject" Target="../embeddings/oleObject15.bin"/><Relationship Id="rId4" Type="http://schemas.openxmlformats.org/officeDocument/2006/relationships/tags" Target="../tags/tag107.xml"/><Relationship Id="rId9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3.xml"/><Relationship Id="rId1" Type="http://schemas.openxmlformats.org/officeDocument/2006/relationships/tags" Target="../tags/tag112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tags" Target="../tags/tag136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35.xml"/><Relationship Id="rId1" Type="http://schemas.openxmlformats.org/officeDocument/2006/relationships/vmlDrawing" Target="../drawings/vmlDrawing17.vml"/><Relationship Id="rId6" Type="http://schemas.openxmlformats.org/officeDocument/2006/relationships/tags" Target="../tags/tag139.xml"/><Relationship Id="rId5" Type="http://schemas.openxmlformats.org/officeDocument/2006/relationships/tags" Target="../tags/tag138.xml"/><Relationship Id="rId4" Type="http://schemas.openxmlformats.org/officeDocument/2006/relationships/tags" Target="../tags/tag137.xml"/><Relationship Id="rId9" Type="http://schemas.openxmlformats.org/officeDocument/2006/relationships/image" Target="../media/image3.emf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146.xml"/><Relationship Id="rId3" Type="http://schemas.openxmlformats.org/officeDocument/2006/relationships/tags" Target="../tags/tag141.xml"/><Relationship Id="rId7" Type="http://schemas.openxmlformats.org/officeDocument/2006/relationships/tags" Target="../tags/tag145.xml"/><Relationship Id="rId2" Type="http://schemas.openxmlformats.org/officeDocument/2006/relationships/tags" Target="../tags/tag140.xml"/><Relationship Id="rId1" Type="http://schemas.openxmlformats.org/officeDocument/2006/relationships/vmlDrawing" Target="../drawings/vmlDrawing18.vml"/><Relationship Id="rId6" Type="http://schemas.openxmlformats.org/officeDocument/2006/relationships/tags" Target="../tags/tag144.xml"/><Relationship Id="rId11" Type="http://schemas.openxmlformats.org/officeDocument/2006/relationships/image" Target="../media/image1.emf"/><Relationship Id="rId5" Type="http://schemas.openxmlformats.org/officeDocument/2006/relationships/tags" Target="../tags/tag143.xml"/><Relationship Id="rId10" Type="http://schemas.openxmlformats.org/officeDocument/2006/relationships/oleObject" Target="../embeddings/oleObject18.bin"/><Relationship Id="rId4" Type="http://schemas.openxmlformats.org/officeDocument/2006/relationships/tags" Target="../tags/tag142.xml"/><Relationship Id="rId9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48.xml"/><Relationship Id="rId7" Type="http://schemas.openxmlformats.org/officeDocument/2006/relationships/tags" Target="../tags/tag152.xml"/><Relationship Id="rId2" Type="http://schemas.openxmlformats.org/officeDocument/2006/relationships/tags" Target="../tags/tag147.xml"/><Relationship Id="rId1" Type="http://schemas.openxmlformats.org/officeDocument/2006/relationships/vmlDrawing" Target="../drawings/vmlDrawing19.vml"/><Relationship Id="rId6" Type="http://schemas.openxmlformats.org/officeDocument/2006/relationships/tags" Target="../tags/tag151.xml"/><Relationship Id="rId5" Type="http://schemas.openxmlformats.org/officeDocument/2006/relationships/tags" Target="../tags/tag150.xml"/><Relationship Id="rId10" Type="http://schemas.openxmlformats.org/officeDocument/2006/relationships/image" Target="../media/image3.emf"/><Relationship Id="rId4" Type="http://schemas.openxmlformats.org/officeDocument/2006/relationships/tags" Target="../tags/tag149.xml"/><Relationship Id="rId9" Type="http://schemas.openxmlformats.org/officeDocument/2006/relationships/oleObject" Target="../embeddings/oleObject19.bin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54.xml"/><Relationship Id="rId7" Type="http://schemas.openxmlformats.org/officeDocument/2006/relationships/tags" Target="../tags/tag158.xml"/><Relationship Id="rId2" Type="http://schemas.openxmlformats.org/officeDocument/2006/relationships/tags" Target="../tags/tag153.xml"/><Relationship Id="rId1" Type="http://schemas.openxmlformats.org/officeDocument/2006/relationships/vmlDrawing" Target="../drawings/vmlDrawing20.vml"/><Relationship Id="rId6" Type="http://schemas.openxmlformats.org/officeDocument/2006/relationships/tags" Target="../tags/tag157.xml"/><Relationship Id="rId5" Type="http://schemas.openxmlformats.org/officeDocument/2006/relationships/tags" Target="../tags/tag156.xml"/><Relationship Id="rId10" Type="http://schemas.openxmlformats.org/officeDocument/2006/relationships/image" Target="../media/image3.emf"/><Relationship Id="rId4" Type="http://schemas.openxmlformats.org/officeDocument/2006/relationships/tags" Target="../tags/tag155.xml"/><Relationship Id="rId9" Type="http://schemas.openxmlformats.org/officeDocument/2006/relationships/oleObject" Target="../embeddings/oleObject20.bin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60.xml"/><Relationship Id="rId7" Type="http://schemas.openxmlformats.org/officeDocument/2006/relationships/tags" Target="../tags/tag164.xml"/><Relationship Id="rId2" Type="http://schemas.openxmlformats.org/officeDocument/2006/relationships/tags" Target="../tags/tag159.xml"/><Relationship Id="rId1" Type="http://schemas.openxmlformats.org/officeDocument/2006/relationships/vmlDrawing" Target="../drawings/vmlDrawing21.vml"/><Relationship Id="rId6" Type="http://schemas.openxmlformats.org/officeDocument/2006/relationships/tags" Target="../tags/tag163.xml"/><Relationship Id="rId5" Type="http://schemas.openxmlformats.org/officeDocument/2006/relationships/tags" Target="../tags/tag162.xml"/><Relationship Id="rId10" Type="http://schemas.openxmlformats.org/officeDocument/2006/relationships/image" Target="../media/image3.emf"/><Relationship Id="rId4" Type="http://schemas.openxmlformats.org/officeDocument/2006/relationships/tags" Target="../tags/tag161.xml"/><Relationship Id="rId9" Type="http://schemas.openxmlformats.org/officeDocument/2006/relationships/oleObject" Target="../embeddings/oleObject21.bin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171.xml"/><Relationship Id="rId3" Type="http://schemas.openxmlformats.org/officeDocument/2006/relationships/tags" Target="../tags/tag166.xml"/><Relationship Id="rId7" Type="http://schemas.openxmlformats.org/officeDocument/2006/relationships/tags" Target="../tags/tag170.xml"/><Relationship Id="rId2" Type="http://schemas.openxmlformats.org/officeDocument/2006/relationships/tags" Target="../tags/tag165.xml"/><Relationship Id="rId1" Type="http://schemas.openxmlformats.org/officeDocument/2006/relationships/vmlDrawing" Target="../drawings/vmlDrawing22.vml"/><Relationship Id="rId6" Type="http://schemas.openxmlformats.org/officeDocument/2006/relationships/tags" Target="../tags/tag169.xml"/><Relationship Id="rId11" Type="http://schemas.openxmlformats.org/officeDocument/2006/relationships/image" Target="../media/image3.emf"/><Relationship Id="rId5" Type="http://schemas.openxmlformats.org/officeDocument/2006/relationships/tags" Target="../tags/tag168.xml"/><Relationship Id="rId10" Type="http://schemas.openxmlformats.org/officeDocument/2006/relationships/oleObject" Target="../embeddings/oleObject22.bin"/><Relationship Id="rId4" Type="http://schemas.openxmlformats.org/officeDocument/2006/relationships/tags" Target="../tags/tag167.xml"/><Relationship Id="rId9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178.xml"/><Relationship Id="rId13" Type="http://schemas.openxmlformats.org/officeDocument/2006/relationships/image" Target="../media/image2.png"/><Relationship Id="rId3" Type="http://schemas.openxmlformats.org/officeDocument/2006/relationships/tags" Target="../tags/tag173.xml"/><Relationship Id="rId7" Type="http://schemas.openxmlformats.org/officeDocument/2006/relationships/tags" Target="../tags/tag177.xml"/><Relationship Id="rId12" Type="http://schemas.openxmlformats.org/officeDocument/2006/relationships/image" Target="../media/image1.emf"/><Relationship Id="rId2" Type="http://schemas.openxmlformats.org/officeDocument/2006/relationships/tags" Target="../tags/tag172.xml"/><Relationship Id="rId1" Type="http://schemas.openxmlformats.org/officeDocument/2006/relationships/vmlDrawing" Target="../drawings/vmlDrawing23.vml"/><Relationship Id="rId6" Type="http://schemas.openxmlformats.org/officeDocument/2006/relationships/tags" Target="../tags/tag176.xml"/><Relationship Id="rId11" Type="http://schemas.openxmlformats.org/officeDocument/2006/relationships/oleObject" Target="../embeddings/oleObject23.bin"/><Relationship Id="rId5" Type="http://schemas.openxmlformats.org/officeDocument/2006/relationships/tags" Target="../tags/tag175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74.xml"/><Relationship Id="rId9" Type="http://schemas.openxmlformats.org/officeDocument/2006/relationships/tags" Target="../tags/tag179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186.xml"/><Relationship Id="rId13" Type="http://schemas.openxmlformats.org/officeDocument/2006/relationships/image" Target="../media/image2.png"/><Relationship Id="rId3" Type="http://schemas.openxmlformats.org/officeDocument/2006/relationships/tags" Target="../tags/tag181.xml"/><Relationship Id="rId7" Type="http://schemas.openxmlformats.org/officeDocument/2006/relationships/tags" Target="../tags/tag185.xml"/><Relationship Id="rId12" Type="http://schemas.openxmlformats.org/officeDocument/2006/relationships/image" Target="../media/image1.emf"/><Relationship Id="rId2" Type="http://schemas.openxmlformats.org/officeDocument/2006/relationships/tags" Target="../tags/tag180.xml"/><Relationship Id="rId1" Type="http://schemas.openxmlformats.org/officeDocument/2006/relationships/vmlDrawing" Target="../drawings/vmlDrawing24.vml"/><Relationship Id="rId6" Type="http://schemas.openxmlformats.org/officeDocument/2006/relationships/tags" Target="../tags/tag184.xml"/><Relationship Id="rId11" Type="http://schemas.openxmlformats.org/officeDocument/2006/relationships/oleObject" Target="../embeddings/oleObject24.bin"/><Relationship Id="rId5" Type="http://schemas.openxmlformats.org/officeDocument/2006/relationships/tags" Target="../tags/tag183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82.xml"/><Relationship Id="rId9" Type="http://schemas.openxmlformats.org/officeDocument/2006/relationships/tags" Target="../tags/tag187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194.xml"/><Relationship Id="rId13" Type="http://schemas.openxmlformats.org/officeDocument/2006/relationships/image" Target="../media/image3.emf"/><Relationship Id="rId3" Type="http://schemas.openxmlformats.org/officeDocument/2006/relationships/tags" Target="../tags/tag189.xml"/><Relationship Id="rId7" Type="http://schemas.openxmlformats.org/officeDocument/2006/relationships/tags" Target="../tags/tag193.xml"/><Relationship Id="rId12" Type="http://schemas.openxmlformats.org/officeDocument/2006/relationships/oleObject" Target="../embeddings/oleObject25.bin"/><Relationship Id="rId2" Type="http://schemas.openxmlformats.org/officeDocument/2006/relationships/tags" Target="../tags/tag188.xml"/><Relationship Id="rId1" Type="http://schemas.openxmlformats.org/officeDocument/2006/relationships/vmlDrawing" Target="../drawings/vmlDrawing25.vml"/><Relationship Id="rId6" Type="http://schemas.openxmlformats.org/officeDocument/2006/relationships/tags" Target="../tags/tag192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191.xml"/><Relationship Id="rId10" Type="http://schemas.openxmlformats.org/officeDocument/2006/relationships/tags" Target="../tags/tag196.xml"/><Relationship Id="rId4" Type="http://schemas.openxmlformats.org/officeDocument/2006/relationships/tags" Target="../tags/tag190.xml"/><Relationship Id="rId9" Type="http://schemas.openxmlformats.org/officeDocument/2006/relationships/tags" Target="../tags/tag195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203.xml"/><Relationship Id="rId3" Type="http://schemas.openxmlformats.org/officeDocument/2006/relationships/tags" Target="../tags/tag198.xml"/><Relationship Id="rId7" Type="http://schemas.openxmlformats.org/officeDocument/2006/relationships/tags" Target="../tags/tag202.xml"/><Relationship Id="rId12" Type="http://schemas.openxmlformats.org/officeDocument/2006/relationships/image" Target="../media/image1.emf"/><Relationship Id="rId2" Type="http://schemas.openxmlformats.org/officeDocument/2006/relationships/tags" Target="../tags/tag197.xml"/><Relationship Id="rId1" Type="http://schemas.openxmlformats.org/officeDocument/2006/relationships/vmlDrawing" Target="../drawings/vmlDrawing26.vml"/><Relationship Id="rId6" Type="http://schemas.openxmlformats.org/officeDocument/2006/relationships/tags" Target="../tags/tag201.xml"/><Relationship Id="rId11" Type="http://schemas.openxmlformats.org/officeDocument/2006/relationships/oleObject" Target="../embeddings/oleObject26.bin"/><Relationship Id="rId5" Type="http://schemas.openxmlformats.org/officeDocument/2006/relationships/tags" Target="../tags/tag200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99.xml"/><Relationship Id="rId9" Type="http://schemas.openxmlformats.org/officeDocument/2006/relationships/tags" Target="../tags/tag204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211.xml"/><Relationship Id="rId3" Type="http://schemas.openxmlformats.org/officeDocument/2006/relationships/tags" Target="../tags/tag206.xml"/><Relationship Id="rId7" Type="http://schemas.openxmlformats.org/officeDocument/2006/relationships/tags" Target="../tags/tag210.xml"/><Relationship Id="rId12" Type="http://schemas.openxmlformats.org/officeDocument/2006/relationships/image" Target="../media/image3.emf"/><Relationship Id="rId2" Type="http://schemas.openxmlformats.org/officeDocument/2006/relationships/tags" Target="../tags/tag205.xml"/><Relationship Id="rId1" Type="http://schemas.openxmlformats.org/officeDocument/2006/relationships/vmlDrawing" Target="../drawings/vmlDrawing27.vml"/><Relationship Id="rId6" Type="http://schemas.openxmlformats.org/officeDocument/2006/relationships/tags" Target="../tags/tag209.xml"/><Relationship Id="rId11" Type="http://schemas.openxmlformats.org/officeDocument/2006/relationships/oleObject" Target="../embeddings/oleObject27.bin"/><Relationship Id="rId5" Type="http://schemas.openxmlformats.org/officeDocument/2006/relationships/tags" Target="../tags/tag208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07.xml"/><Relationship Id="rId9" Type="http://schemas.openxmlformats.org/officeDocument/2006/relationships/tags" Target="../tags/tag212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214.xml"/><Relationship Id="rId7" Type="http://schemas.openxmlformats.org/officeDocument/2006/relationships/tags" Target="../tags/tag218.xml"/><Relationship Id="rId2" Type="http://schemas.openxmlformats.org/officeDocument/2006/relationships/tags" Target="../tags/tag213.xml"/><Relationship Id="rId1" Type="http://schemas.openxmlformats.org/officeDocument/2006/relationships/vmlDrawing" Target="../drawings/vmlDrawing28.vml"/><Relationship Id="rId6" Type="http://schemas.openxmlformats.org/officeDocument/2006/relationships/tags" Target="../tags/tag217.xml"/><Relationship Id="rId5" Type="http://schemas.openxmlformats.org/officeDocument/2006/relationships/tags" Target="../tags/tag216.xml"/><Relationship Id="rId10" Type="http://schemas.openxmlformats.org/officeDocument/2006/relationships/image" Target="../media/image3.emf"/><Relationship Id="rId4" Type="http://schemas.openxmlformats.org/officeDocument/2006/relationships/tags" Target="../tags/tag215.xml"/><Relationship Id="rId9" Type="http://schemas.openxmlformats.org/officeDocument/2006/relationships/oleObject" Target="../embeddings/oleObject28.bin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tags" Target="../tags/tag220.xml"/><Relationship Id="rId7" Type="http://schemas.openxmlformats.org/officeDocument/2006/relationships/oleObject" Target="../embeddings/oleObject29.bin"/><Relationship Id="rId2" Type="http://schemas.openxmlformats.org/officeDocument/2006/relationships/tags" Target="../tags/tag219.xml"/><Relationship Id="rId1" Type="http://schemas.openxmlformats.org/officeDocument/2006/relationships/vmlDrawing" Target="../drawings/vmlDrawing29.v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22.xml"/><Relationship Id="rId4" Type="http://schemas.openxmlformats.org/officeDocument/2006/relationships/tags" Target="../tags/tag221.xml"/><Relationship Id="rId9" Type="http://schemas.openxmlformats.org/officeDocument/2006/relationships/image" Target="../media/image2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224.xml"/><Relationship Id="rId2" Type="http://schemas.openxmlformats.org/officeDocument/2006/relationships/tags" Target="../tags/tag223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30.bin"/><Relationship Id="rId4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3" Type="http://schemas.openxmlformats.org/officeDocument/2006/relationships/tags" Target="../tags/tag226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225.xml"/><Relationship Id="rId1" Type="http://schemas.openxmlformats.org/officeDocument/2006/relationships/vmlDrawing" Target="../drawings/vmlDrawing31.vml"/><Relationship Id="rId6" Type="http://schemas.openxmlformats.org/officeDocument/2006/relationships/tags" Target="../tags/tag229.xml"/><Relationship Id="rId5" Type="http://schemas.openxmlformats.org/officeDocument/2006/relationships/tags" Target="../tags/tag228.xml"/><Relationship Id="rId4" Type="http://schemas.openxmlformats.org/officeDocument/2006/relationships/tags" Target="../tags/tag227.xml"/><Relationship Id="rId9" Type="http://schemas.openxmlformats.org/officeDocument/2006/relationships/image" Target="../media/image3.emf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tags" Target="../tags/tag236.xml"/><Relationship Id="rId3" Type="http://schemas.openxmlformats.org/officeDocument/2006/relationships/tags" Target="../tags/tag231.xml"/><Relationship Id="rId7" Type="http://schemas.openxmlformats.org/officeDocument/2006/relationships/tags" Target="../tags/tag235.xml"/><Relationship Id="rId12" Type="http://schemas.openxmlformats.org/officeDocument/2006/relationships/image" Target="../media/image4.emf"/><Relationship Id="rId2" Type="http://schemas.openxmlformats.org/officeDocument/2006/relationships/tags" Target="../tags/tag230.xml"/><Relationship Id="rId1" Type="http://schemas.openxmlformats.org/officeDocument/2006/relationships/vmlDrawing" Target="../drawings/vmlDrawing32.vml"/><Relationship Id="rId6" Type="http://schemas.openxmlformats.org/officeDocument/2006/relationships/tags" Target="../tags/tag234.xml"/><Relationship Id="rId11" Type="http://schemas.openxmlformats.org/officeDocument/2006/relationships/oleObject" Target="../embeddings/oleObject32.bin"/><Relationship Id="rId5" Type="http://schemas.openxmlformats.org/officeDocument/2006/relationships/tags" Target="../tags/tag233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32.xml"/><Relationship Id="rId9" Type="http://schemas.openxmlformats.org/officeDocument/2006/relationships/tags" Target="../tags/tag237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39.xml"/><Relationship Id="rId1" Type="http://schemas.openxmlformats.org/officeDocument/2006/relationships/tags" Target="../tags/tag238.xml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tags" Target="../tags/tag241.xml"/><Relationship Id="rId7" Type="http://schemas.openxmlformats.org/officeDocument/2006/relationships/oleObject" Target="../embeddings/oleObject33.bin"/><Relationship Id="rId2" Type="http://schemas.openxmlformats.org/officeDocument/2006/relationships/tags" Target="../tags/tag240.xml"/><Relationship Id="rId1" Type="http://schemas.openxmlformats.org/officeDocument/2006/relationships/vmlDrawing" Target="../drawings/vmlDrawing33.v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43.xml"/><Relationship Id="rId4" Type="http://schemas.openxmlformats.org/officeDocument/2006/relationships/tags" Target="../tags/tag24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3" Type="http://schemas.openxmlformats.org/officeDocument/2006/relationships/tags" Target="../tags/tag265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264.xml"/><Relationship Id="rId1" Type="http://schemas.openxmlformats.org/officeDocument/2006/relationships/vmlDrawing" Target="../drawings/vmlDrawing35.vml"/><Relationship Id="rId6" Type="http://schemas.openxmlformats.org/officeDocument/2006/relationships/tags" Target="../tags/tag268.xml"/><Relationship Id="rId5" Type="http://schemas.openxmlformats.org/officeDocument/2006/relationships/tags" Target="../tags/tag267.xml"/><Relationship Id="rId4" Type="http://schemas.openxmlformats.org/officeDocument/2006/relationships/tags" Target="../tags/tag266.xml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tags" Target="../tags/tag275.xml"/><Relationship Id="rId3" Type="http://schemas.openxmlformats.org/officeDocument/2006/relationships/tags" Target="../tags/tag270.xml"/><Relationship Id="rId7" Type="http://schemas.openxmlformats.org/officeDocument/2006/relationships/tags" Target="../tags/tag274.xml"/><Relationship Id="rId2" Type="http://schemas.openxmlformats.org/officeDocument/2006/relationships/tags" Target="../tags/tag269.xml"/><Relationship Id="rId1" Type="http://schemas.openxmlformats.org/officeDocument/2006/relationships/vmlDrawing" Target="../drawings/vmlDrawing36.vml"/><Relationship Id="rId6" Type="http://schemas.openxmlformats.org/officeDocument/2006/relationships/tags" Target="../tags/tag273.xml"/><Relationship Id="rId5" Type="http://schemas.openxmlformats.org/officeDocument/2006/relationships/tags" Target="../tags/tag272.xml"/><Relationship Id="rId10" Type="http://schemas.openxmlformats.org/officeDocument/2006/relationships/oleObject" Target="../embeddings/oleObject36.bin"/><Relationship Id="rId4" Type="http://schemas.openxmlformats.org/officeDocument/2006/relationships/tags" Target="../tags/tag271.xml"/><Relationship Id="rId9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277.xml"/><Relationship Id="rId7" Type="http://schemas.openxmlformats.org/officeDocument/2006/relationships/tags" Target="../tags/tag281.xml"/><Relationship Id="rId2" Type="http://schemas.openxmlformats.org/officeDocument/2006/relationships/tags" Target="../tags/tag276.xml"/><Relationship Id="rId1" Type="http://schemas.openxmlformats.org/officeDocument/2006/relationships/vmlDrawing" Target="../drawings/vmlDrawing37.vml"/><Relationship Id="rId6" Type="http://schemas.openxmlformats.org/officeDocument/2006/relationships/tags" Target="../tags/tag280.xml"/><Relationship Id="rId5" Type="http://schemas.openxmlformats.org/officeDocument/2006/relationships/tags" Target="../tags/tag279.xml"/><Relationship Id="rId4" Type="http://schemas.openxmlformats.org/officeDocument/2006/relationships/tags" Target="../tags/tag278.xml"/><Relationship Id="rId9" Type="http://schemas.openxmlformats.org/officeDocument/2006/relationships/oleObject" Target="../embeddings/oleObject37.bin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283.xml"/><Relationship Id="rId7" Type="http://schemas.openxmlformats.org/officeDocument/2006/relationships/tags" Target="../tags/tag287.xml"/><Relationship Id="rId2" Type="http://schemas.openxmlformats.org/officeDocument/2006/relationships/tags" Target="../tags/tag282.xml"/><Relationship Id="rId1" Type="http://schemas.openxmlformats.org/officeDocument/2006/relationships/vmlDrawing" Target="../drawings/vmlDrawing38.vml"/><Relationship Id="rId6" Type="http://schemas.openxmlformats.org/officeDocument/2006/relationships/tags" Target="../tags/tag286.xml"/><Relationship Id="rId5" Type="http://schemas.openxmlformats.org/officeDocument/2006/relationships/tags" Target="../tags/tag285.xml"/><Relationship Id="rId4" Type="http://schemas.openxmlformats.org/officeDocument/2006/relationships/tags" Target="../tags/tag284.xml"/><Relationship Id="rId9" Type="http://schemas.openxmlformats.org/officeDocument/2006/relationships/oleObject" Target="../embeddings/oleObject38.bin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289.xml"/><Relationship Id="rId7" Type="http://schemas.openxmlformats.org/officeDocument/2006/relationships/tags" Target="../tags/tag293.xml"/><Relationship Id="rId2" Type="http://schemas.openxmlformats.org/officeDocument/2006/relationships/tags" Target="../tags/tag288.xml"/><Relationship Id="rId1" Type="http://schemas.openxmlformats.org/officeDocument/2006/relationships/vmlDrawing" Target="../drawings/vmlDrawing39.vml"/><Relationship Id="rId6" Type="http://schemas.openxmlformats.org/officeDocument/2006/relationships/tags" Target="../tags/tag292.xml"/><Relationship Id="rId5" Type="http://schemas.openxmlformats.org/officeDocument/2006/relationships/tags" Target="../tags/tag291.xml"/><Relationship Id="rId4" Type="http://schemas.openxmlformats.org/officeDocument/2006/relationships/tags" Target="../tags/tag290.xml"/><Relationship Id="rId9" Type="http://schemas.openxmlformats.org/officeDocument/2006/relationships/oleObject" Target="../embeddings/oleObject39.bin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tags" Target="../tags/tag300.xml"/><Relationship Id="rId3" Type="http://schemas.openxmlformats.org/officeDocument/2006/relationships/tags" Target="../tags/tag295.xml"/><Relationship Id="rId7" Type="http://schemas.openxmlformats.org/officeDocument/2006/relationships/tags" Target="../tags/tag299.xml"/><Relationship Id="rId2" Type="http://schemas.openxmlformats.org/officeDocument/2006/relationships/tags" Target="../tags/tag294.xml"/><Relationship Id="rId1" Type="http://schemas.openxmlformats.org/officeDocument/2006/relationships/vmlDrawing" Target="../drawings/vmlDrawing40.vml"/><Relationship Id="rId6" Type="http://schemas.openxmlformats.org/officeDocument/2006/relationships/tags" Target="../tags/tag298.xml"/><Relationship Id="rId5" Type="http://schemas.openxmlformats.org/officeDocument/2006/relationships/tags" Target="../tags/tag297.xml"/><Relationship Id="rId10" Type="http://schemas.openxmlformats.org/officeDocument/2006/relationships/oleObject" Target="../embeddings/oleObject40.bin"/><Relationship Id="rId4" Type="http://schemas.openxmlformats.org/officeDocument/2006/relationships/tags" Target="../tags/tag296.xml"/><Relationship Id="rId9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tags" Target="../tags/tag307.xml"/><Relationship Id="rId3" Type="http://schemas.openxmlformats.org/officeDocument/2006/relationships/tags" Target="../tags/tag302.xml"/><Relationship Id="rId7" Type="http://schemas.openxmlformats.org/officeDocument/2006/relationships/tags" Target="../tags/tag306.xml"/><Relationship Id="rId2" Type="http://schemas.openxmlformats.org/officeDocument/2006/relationships/tags" Target="../tags/tag301.xml"/><Relationship Id="rId1" Type="http://schemas.openxmlformats.org/officeDocument/2006/relationships/vmlDrawing" Target="../drawings/vmlDrawing41.vml"/><Relationship Id="rId6" Type="http://schemas.openxmlformats.org/officeDocument/2006/relationships/tags" Target="../tags/tag305.xml"/><Relationship Id="rId11" Type="http://schemas.openxmlformats.org/officeDocument/2006/relationships/oleObject" Target="../embeddings/oleObject41.bin"/><Relationship Id="rId5" Type="http://schemas.openxmlformats.org/officeDocument/2006/relationships/tags" Target="../tags/tag304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303.xml"/><Relationship Id="rId9" Type="http://schemas.openxmlformats.org/officeDocument/2006/relationships/tags" Target="../tags/tag308.xml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tags" Target="../tags/tag315.xml"/><Relationship Id="rId3" Type="http://schemas.openxmlformats.org/officeDocument/2006/relationships/tags" Target="../tags/tag310.xml"/><Relationship Id="rId7" Type="http://schemas.openxmlformats.org/officeDocument/2006/relationships/tags" Target="../tags/tag314.xml"/><Relationship Id="rId2" Type="http://schemas.openxmlformats.org/officeDocument/2006/relationships/tags" Target="../tags/tag309.xml"/><Relationship Id="rId1" Type="http://schemas.openxmlformats.org/officeDocument/2006/relationships/vmlDrawing" Target="../drawings/vmlDrawing42.vml"/><Relationship Id="rId6" Type="http://schemas.openxmlformats.org/officeDocument/2006/relationships/tags" Target="../tags/tag313.xml"/><Relationship Id="rId11" Type="http://schemas.openxmlformats.org/officeDocument/2006/relationships/oleObject" Target="../embeddings/oleObject42.bin"/><Relationship Id="rId5" Type="http://schemas.openxmlformats.org/officeDocument/2006/relationships/tags" Target="../tags/tag312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311.xml"/><Relationship Id="rId9" Type="http://schemas.openxmlformats.org/officeDocument/2006/relationships/tags" Target="../tags/tag316.xml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tags" Target="../tags/tag323.xml"/><Relationship Id="rId3" Type="http://schemas.openxmlformats.org/officeDocument/2006/relationships/tags" Target="../tags/tag318.xml"/><Relationship Id="rId7" Type="http://schemas.openxmlformats.org/officeDocument/2006/relationships/tags" Target="../tags/tag322.xml"/><Relationship Id="rId2" Type="http://schemas.openxmlformats.org/officeDocument/2006/relationships/tags" Target="../tags/tag317.xml"/><Relationship Id="rId1" Type="http://schemas.openxmlformats.org/officeDocument/2006/relationships/vmlDrawing" Target="../drawings/vmlDrawing43.vml"/><Relationship Id="rId6" Type="http://schemas.openxmlformats.org/officeDocument/2006/relationships/tags" Target="../tags/tag321.xml"/><Relationship Id="rId11" Type="http://schemas.openxmlformats.org/officeDocument/2006/relationships/oleObject" Target="../embeddings/oleObject43.bin"/><Relationship Id="rId5" Type="http://schemas.openxmlformats.org/officeDocument/2006/relationships/tags" Target="../tags/tag320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319.xml"/><Relationship Id="rId9" Type="http://schemas.openxmlformats.org/officeDocument/2006/relationships/tags" Target="../tags/tag324.xml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tags" Target="../tags/tag331.xml"/><Relationship Id="rId3" Type="http://schemas.openxmlformats.org/officeDocument/2006/relationships/tags" Target="../tags/tag326.xml"/><Relationship Id="rId7" Type="http://schemas.openxmlformats.org/officeDocument/2006/relationships/tags" Target="../tags/tag330.xml"/><Relationship Id="rId2" Type="http://schemas.openxmlformats.org/officeDocument/2006/relationships/tags" Target="../tags/tag325.xml"/><Relationship Id="rId1" Type="http://schemas.openxmlformats.org/officeDocument/2006/relationships/vmlDrawing" Target="../drawings/vmlDrawing44.vml"/><Relationship Id="rId6" Type="http://schemas.openxmlformats.org/officeDocument/2006/relationships/tags" Target="../tags/tag329.xml"/><Relationship Id="rId11" Type="http://schemas.openxmlformats.org/officeDocument/2006/relationships/oleObject" Target="../embeddings/oleObject44.bin"/><Relationship Id="rId5" Type="http://schemas.openxmlformats.org/officeDocument/2006/relationships/tags" Target="../tags/tag328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327.xml"/><Relationship Id="rId9" Type="http://schemas.openxmlformats.org/officeDocument/2006/relationships/tags" Target="../tags/tag332.xml"/></Relationships>
</file>

<file path=ppt/slideLayouts/_rels/slideLayout45.xml.rels><?xml version="1.0" encoding="UTF-8" standalone="yes"?>
<Relationships xmlns="http://schemas.openxmlformats.org/package/2006/relationships"><Relationship Id="rId8" Type="http://schemas.openxmlformats.org/officeDocument/2006/relationships/tags" Target="../tags/tag339.xml"/><Relationship Id="rId3" Type="http://schemas.openxmlformats.org/officeDocument/2006/relationships/tags" Target="../tags/tag334.xml"/><Relationship Id="rId7" Type="http://schemas.openxmlformats.org/officeDocument/2006/relationships/tags" Target="../tags/tag338.xml"/><Relationship Id="rId2" Type="http://schemas.openxmlformats.org/officeDocument/2006/relationships/tags" Target="../tags/tag333.xml"/><Relationship Id="rId1" Type="http://schemas.openxmlformats.org/officeDocument/2006/relationships/vmlDrawing" Target="../drawings/vmlDrawing45.vml"/><Relationship Id="rId6" Type="http://schemas.openxmlformats.org/officeDocument/2006/relationships/tags" Target="../tags/tag337.xml"/><Relationship Id="rId11" Type="http://schemas.openxmlformats.org/officeDocument/2006/relationships/oleObject" Target="../embeddings/oleObject45.bin"/><Relationship Id="rId5" Type="http://schemas.openxmlformats.org/officeDocument/2006/relationships/tags" Target="../tags/tag336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335.xml"/><Relationship Id="rId9" Type="http://schemas.openxmlformats.org/officeDocument/2006/relationships/tags" Target="../tags/tag340.xml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342.xml"/><Relationship Id="rId7" Type="http://schemas.openxmlformats.org/officeDocument/2006/relationships/tags" Target="../tags/tag346.xml"/><Relationship Id="rId2" Type="http://schemas.openxmlformats.org/officeDocument/2006/relationships/tags" Target="../tags/tag341.xml"/><Relationship Id="rId1" Type="http://schemas.openxmlformats.org/officeDocument/2006/relationships/vmlDrawing" Target="../drawings/vmlDrawing46.vml"/><Relationship Id="rId6" Type="http://schemas.openxmlformats.org/officeDocument/2006/relationships/tags" Target="../tags/tag345.xml"/><Relationship Id="rId5" Type="http://schemas.openxmlformats.org/officeDocument/2006/relationships/tags" Target="../tags/tag344.xml"/><Relationship Id="rId4" Type="http://schemas.openxmlformats.org/officeDocument/2006/relationships/tags" Target="../tags/tag343.xml"/><Relationship Id="rId9" Type="http://schemas.openxmlformats.org/officeDocument/2006/relationships/oleObject" Target="../embeddings/oleObject46.bin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tags" Target="../tags/tag348.xml"/><Relationship Id="rId7" Type="http://schemas.openxmlformats.org/officeDocument/2006/relationships/oleObject" Target="../embeddings/oleObject47.bin"/><Relationship Id="rId2" Type="http://schemas.openxmlformats.org/officeDocument/2006/relationships/tags" Target="../tags/tag347.xml"/><Relationship Id="rId1" Type="http://schemas.openxmlformats.org/officeDocument/2006/relationships/vmlDrawing" Target="../drawings/vmlDrawing47.v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350.xml"/><Relationship Id="rId4" Type="http://schemas.openxmlformats.org/officeDocument/2006/relationships/tags" Target="../tags/tag349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tags" Target="../tags/tag352.xml"/><Relationship Id="rId2" Type="http://schemas.openxmlformats.org/officeDocument/2006/relationships/tags" Target="../tags/tag351.xml"/><Relationship Id="rId1" Type="http://schemas.openxmlformats.org/officeDocument/2006/relationships/vmlDrawing" Target="../drawings/vmlDrawing48.vml"/><Relationship Id="rId5" Type="http://schemas.openxmlformats.org/officeDocument/2006/relationships/oleObject" Target="../embeddings/oleObject48.bin"/><Relationship Id="rId4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tags" Target="../tags/tag359.xml"/><Relationship Id="rId3" Type="http://schemas.openxmlformats.org/officeDocument/2006/relationships/tags" Target="../tags/tag354.xml"/><Relationship Id="rId7" Type="http://schemas.openxmlformats.org/officeDocument/2006/relationships/tags" Target="../tags/tag358.xml"/><Relationship Id="rId12" Type="http://schemas.openxmlformats.org/officeDocument/2006/relationships/image" Target="../media/image1.emf"/><Relationship Id="rId2" Type="http://schemas.openxmlformats.org/officeDocument/2006/relationships/tags" Target="../tags/tag353.xml"/><Relationship Id="rId1" Type="http://schemas.openxmlformats.org/officeDocument/2006/relationships/vmlDrawing" Target="../drawings/vmlDrawing49.vml"/><Relationship Id="rId6" Type="http://schemas.openxmlformats.org/officeDocument/2006/relationships/tags" Target="../tags/tag357.xml"/><Relationship Id="rId11" Type="http://schemas.openxmlformats.org/officeDocument/2006/relationships/oleObject" Target="../embeddings/oleObject49.bin"/><Relationship Id="rId5" Type="http://schemas.openxmlformats.org/officeDocument/2006/relationships/tags" Target="../tags/tag356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355.xml"/><Relationship Id="rId9" Type="http://schemas.openxmlformats.org/officeDocument/2006/relationships/tags" Target="../tags/tag360.xml"/></Relationships>
</file>

<file path=ppt/slideLayouts/_rels/slideLayout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.bin"/><Relationship Id="rId3" Type="http://schemas.openxmlformats.org/officeDocument/2006/relationships/tags" Target="../tags/tag382.xml"/><Relationship Id="rId7" Type="http://schemas.openxmlformats.org/officeDocument/2006/relationships/slideMaster" Target="../slideMasters/slideMaster4.xml"/><Relationship Id="rId2" Type="http://schemas.openxmlformats.org/officeDocument/2006/relationships/tags" Target="../tags/tag381.xml"/><Relationship Id="rId1" Type="http://schemas.openxmlformats.org/officeDocument/2006/relationships/vmlDrawing" Target="../drawings/vmlDrawing51.vml"/><Relationship Id="rId6" Type="http://schemas.openxmlformats.org/officeDocument/2006/relationships/tags" Target="../tags/tag385.xml"/><Relationship Id="rId5" Type="http://schemas.openxmlformats.org/officeDocument/2006/relationships/tags" Target="../tags/tag384.xml"/><Relationship Id="rId4" Type="http://schemas.openxmlformats.org/officeDocument/2006/relationships/tags" Target="../tags/tag383.xml"/><Relationship Id="rId9" Type="http://schemas.openxmlformats.org/officeDocument/2006/relationships/image" Target="../media/image3.emf"/></Relationships>
</file>

<file path=ppt/slideLayouts/_rels/slideLayout53.xml.rels><?xml version="1.0" encoding="UTF-8" standalone="yes"?>
<Relationships xmlns="http://schemas.openxmlformats.org/package/2006/relationships"><Relationship Id="rId8" Type="http://schemas.openxmlformats.org/officeDocument/2006/relationships/tags" Target="../tags/tag392.xml"/><Relationship Id="rId3" Type="http://schemas.openxmlformats.org/officeDocument/2006/relationships/tags" Target="../tags/tag387.xml"/><Relationship Id="rId7" Type="http://schemas.openxmlformats.org/officeDocument/2006/relationships/tags" Target="../tags/tag391.xml"/><Relationship Id="rId2" Type="http://schemas.openxmlformats.org/officeDocument/2006/relationships/tags" Target="../tags/tag386.xml"/><Relationship Id="rId1" Type="http://schemas.openxmlformats.org/officeDocument/2006/relationships/vmlDrawing" Target="../drawings/vmlDrawing52.vml"/><Relationship Id="rId6" Type="http://schemas.openxmlformats.org/officeDocument/2006/relationships/tags" Target="../tags/tag390.xml"/><Relationship Id="rId11" Type="http://schemas.openxmlformats.org/officeDocument/2006/relationships/image" Target="../media/image1.emf"/><Relationship Id="rId5" Type="http://schemas.openxmlformats.org/officeDocument/2006/relationships/tags" Target="../tags/tag389.xml"/><Relationship Id="rId10" Type="http://schemas.openxmlformats.org/officeDocument/2006/relationships/oleObject" Target="../embeddings/oleObject52.bin"/><Relationship Id="rId4" Type="http://schemas.openxmlformats.org/officeDocument/2006/relationships/tags" Target="../tags/tag388.xml"/><Relationship Id="rId9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4.xml"/><Relationship Id="rId3" Type="http://schemas.openxmlformats.org/officeDocument/2006/relationships/tags" Target="../tags/tag394.xml"/><Relationship Id="rId7" Type="http://schemas.openxmlformats.org/officeDocument/2006/relationships/tags" Target="../tags/tag398.xml"/><Relationship Id="rId2" Type="http://schemas.openxmlformats.org/officeDocument/2006/relationships/tags" Target="../tags/tag393.xml"/><Relationship Id="rId1" Type="http://schemas.openxmlformats.org/officeDocument/2006/relationships/vmlDrawing" Target="../drawings/vmlDrawing53.vml"/><Relationship Id="rId6" Type="http://schemas.openxmlformats.org/officeDocument/2006/relationships/tags" Target="../tags/tag397.xml"/><Relationship Id="rId5" Type="http://schemas.openxmlformats.org/officeDocument/2006/relationships/tags" Target="../tags/tag396.xml"/><Relationship Id="rId10" Type="http://schemas.openxmlformats.org/officeDocument/2006/relationships/image" Target="../media/image3.emf"/><Relationship Id="rId4" Type="http://schemas.openxmlformats.org/officeDocument/2006/relationships/tags" Target="../tags/tag395.xml"/><Relationship Id="rId9" Type="http://schemas.openxmlformats.org/officeDocument/2006/relationships/oleObject" Target="../embeddings/oleObject53.bin"/></Relationships>
</file>

<file path=ppt/slideLayouts/_rels/slideLayout5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4.xml"/><Relationship Id="rId3" Type="http://schemas.openxmlformats.org/officeDocument/2006/relationships/tags" Target="../tags/tag400.xml"/><Relationship Id="rId7" Type="http://schemas.openxmlformats.org/officeDocument/2006/relationships/tags" Target="../tags/tag404.xml"/><Relationship Id="rId2" Type="http://schemas.openxmlformats.org/officeDocument/2006/relationships/tags" Target="../tags/tag399.xml"/><Relationship Id="rId1" Type="http://schemas.openxmlformats.org/officeDocument/2006/relationships/vmlDrawing" Target="../drawings/vmlDrawing54.vml"/><Relationship Id="rId6" Type="http://schemas.openxmlformats.org/officeDocument/2006/relationships/tags" Target="../tags/tag403.xml"/><Relationship Id="rId5" Type="http://schemas.openxmlformats.org/officeDocument/2006/relationships/tags" Target="../tags/tag402.xml"/><Relationship Id="rId10" Type="http://schemas.openxmlformats.org/officeDocument/2006/relationships/image" Target="../media/image3.emf"/><Relationship Id="rId4" Type="http://schemas.openxmlformats.org/officeDocument/2006/relationships/tags" Target="../tags/tag401.xml"/><Relationship Id="rId9" Type="http://schemas.openxmlformats.org/officeDocument/2006/relationships/oleObject" Target="../embeddings/oleObject54.bin"/></Relationships>
</file>

<file path=ppt/slideLayouts/_rels/slideLayout5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4.xml"/><Relationship Id="rId3" Type="http://schemas.openxmlformats.org/officeDocument/2006/relationships/tags" Target="../tags/tag406.xml"/><Relationship Id="rId7" Type="http://schemas.openxmlformats.org/officeDocument/2006/relationships/tags" Target="../tags/tag410.xml"/><Relationship Id="rId2" Type="http://schemas.openxmlformats.org/officeDocument/2006/relationships/tags" Target="../tags/tag405.xml"/><Relationship Id="rId1" Type="http://schemas.openxmlformats.org/officeDocument/2006/relationships/vmlDrawing" Target="../drawings/vmlDrawing55.vml"/><Relationship Id="rId6" Type="http://schemas.openxmlformats.org/officeDocument/2006/relationships/tags" Target="../tags/tag409.xml"/><Relationship Id="rId5" Type="http://schemas.openxmlformats.org/officeDocument/2006/relationships/tags" Target="../tags/tag408.xml"/><Relationship Id="rId10" Type="http://schemas.openxmlformats.org/officeDocument/2006/relationships/image" Target="../media/image3.emf"/><Relationship Id="rId4" Type="http://schemas.openxmlformats.org/officeDocument/2006/relationships/tags" Target="../tags/tag407.xml"/><Relationship Id="rId9" Type="http://schemas.openxmlformats.org/officeDocument/2006/relationships/oleObject" Target="../embeddings/oleObject55.bin"/></Relationships>
</file>

<file path=ppt/slideLayouts/_rels/slideLayout57.xml.rels><?xml version="1.0" encoding="UTF-8" standalone="yes"?>
<Relationships xmlns="http://schemas.openxmlformats.org/package/2006/relationships"><Relationship Id="rId8" Type="http://schemas.openxmlformats.org/officeDocument/2006/relationships/tags" Target="../tags/tag417.xml"/><Relationship Id="rId3" Type="http://schemas.openxmlformats.org/officeDocument/2006/relationships/tags" Target="../tags/tag412.xml"/><Relationship Id="rId7" Type="http://schemas.openxmlformats.org/officeDocument/2006/relationships/tags" Target="../tags/tag416.xml"/><Relationship Id="rId2" Type="http://schemas.openxmlformats.org/officeDocument/2006/relationships/tags" Target="../tags/tag411.xml"/><Relationship Id="rId1" Type="http://schemas.openxmlformats.org/officeDocument/2006/relationships/vmlDrawing" Target="../drawings/vmlDrawing56.vml"/><Relationship Id="rId6" Type="http://schemas.openxmlformats.org/officeDocument/2006/relationships/tags" Target="../tags/tag415.xml"/><Relationship Id="rId11" Type="http://schemas.openxmlformats.org/officeDocument/2006/relationships/image" Target="../media/image3.emf"/><Relationship Id="rId5" Type="http://schemas.openxmlformats.org/officeDocument/2006/relationships/tags" Target="../tags/tag414.xml"/><Relationship Id="rId10" Type="http://schemas.openxmlformats.org/officeDocument/2006/relationships/oleObject" Target="../embeddings/oleObject56.bin"/><Relationship Id="rId4" Type="http://schemas.openxmlformats.org/officeDocument/2006/relationships/tags" Target="../tags/tag413.xml"/><Relationship Id="rId9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8" Type="http://schemas.openxmlformats.org/officeDocument/2006/relationships/tags" Target="../tags/tag424.xml"/><Relationship Id="rId3" Type="http://schemas.openxmlformats.org/officeDocument/2006/relationships/tags" Target="../tags/tag419.xml"/><Relationship Id="rId7" Type="http://schemas.openxmlformats.org/officeDocument/2006/relationships/tags" Target="../tags/tag423.xml"/><Relationship Id="rId12" Type="http://schemas.openxmlformats.org/officeDocument/2006/relationships/image" Target="../media/image1.emf"/><Relationship Id="rId2" Type="http://schemas.openxmlformats.org/officeDocument/2006/relationships/tags" Target="../tags/tag418.xml"/><Relationship Id="rId1" Type="http://schemas.openxmlformats.org/officeDocument/2006/relationships/vmlDrawing" Target="../drawings/vmlDrawing57.vml"/><Relationship Id="rId6" Type="http://schemas.openxmlformats.org/officeDocument/2006/relationships/tags" Target="../tags/tag422.xml"/><Relationship Id="rId11" Type="http://schemas.openxmlformats.org/officeDocument/2006/relationships/oleObject" Target="../embeddings/oleObject57.bin"/><Relationship Id="rId5" Type="http://schemas.openxmlformats.org/officeDocument/2006/relationships/tags" Target="../tags/tag421.xml"/><Relationship Id="rId10" Type="http://schemas.openxmlformats.org/officeDocument/2006/relationships/slideMaster" Target="../slideMasters/slideMaster4.xml"/><Relationship Id="rId4" Type="http://schemas.openxmlformats.org/officeDocument/2006/relationships/tags" Target="../tags/tag420.xml"/><Relationship Id="rId9" Type="http://schemas.openxmlformats.org/officeDocument/2006/relationships/tags" Target="../tags/tag425.xml"/></Relationships>
</file>

<file path=ppt/slideLayouts/_rels/slideLayout59.xml.rels><?xml version="1.0" encoding="UTF-8" standalone="yes"?>
<Relationships xmlns="http://schemas.openxmlformats.org/package/2006/relationships"><Relationship Id="rId8" Type="http://schemas.openxmlformats.org/officeDocument/2006/relationships/tags" Target="../tags/tag432.xml"/><Relationship Id="rId3" Type="http://schemas.openxmlformats.org/officeDocument/2006/relationships/tags" Target="../tags/tag427.xml"/><Relationship Id="rId7" Type="http://schemas.openxmlformats.org/officeDocument/2006/relationships/tags" Target="../tags/tag431.xml"/><Relationship Id="rId12" Type="http://schemas.openxmlformats.org/officeDocument/2006/relationships/image" Target="../media/image1.emf"/><Relationship Id="rId2" Type="http://schemas.openxmlformats.org/officeDocument/2006/relationships/tags" Target="../tags/tag426.xml"/><Relationship Id="rId1" Type="http://schemas.openxmlformats.org/officeDocument/2006/relationships/vmlDrawing" Target="../drawings/vmlDrawing58.vml"/><Relationship Id="rId6" Type="http://schemas.openxmlformats.org/officeDocument/2006/relationships/tags" Target="../tags/tag430.xml"/><Relationship Id="rId11" Type="http://schemas.openxmlformats.org/officeDocument/2006/relationships/oleObject" Target="../embeddings/oleObject58.bin"/><Relationship Id="rId5" Type="http://schemas.openxmlformats.org/officeDocument/2006/relationships/tags" Target="../tags/tag429.xml"/><Relationship Id="rId10" Type="http://schemas.openxmlformats.org/officeDocument/2006/relationships/slideMaster" Target="../slideMasters/slideMaster4.xml"/><Relationship Id="rId4" Type="http://schemas.openxmlformats.org/officeDocument/2006/relationships/tags" Target="../tags/tag428.xml"/><Relationship Id="rId9" Type="http://schemas.openxmlformats.org/officeDocument/2006/relationships/tags" Target="../tags/tag433.xml"/></Relationships>
</file>

<file path=ppt/slideLayouts/_rels/slideLayout60.xml.rels><?xml version="1.0" encoding="UTF-8" standalone="yes"?>
<Relationships xmlns="http://schemas.openxmlformats.org/package/2006/relationships"><Relationship Id="rId8" Type="http://schemas.openxmlformats.org/officeDocument/2006/relationships/tags" Target="../tags/tag440.xml"/><Relationship Id="rId3" Type="http://schemas.openxmlformats.org/officeDocument/2006/relationships/tags" Target="../tags/tag435.xml"/><Relationship Id="rId7" Type="http://schemas.openxmlformats.org/officeDocument/2006/relationships/tags" Target="../tags/tag439.xml"/><Relationship Id="rId12" Type="http://schemas.openxmlformats.org/officeDocument/2006/relationships/image" Target="../media/image1.emf"/><Relationship Id="rId2" Type="http://schemas.openxmlformats.org/officeDocument/2006/relationships/tags" Target="../tags/tag434.xml"/><Relationship Id="rId1" Type="http://schemas.openxmlformats.org/officeDocument/2006/relationships/vmlDrawing" Target="../drawings/vmlDrawing59.vml"/><Relationship Id="rId6" Type="http://schemas.openxmlformats.org/officeDocument/2006/relationships/tags" Target="../tags/tag438.xml"/><Relationship Id="rId11" Type="http://schemas.openxmlformats.org/officeDocument/2006/relationships/oleObject" Target="../embeddings/oleObject59.bin"/><Relationship Id="rId5" Type="http://schemas.openxmlformats.org/officeDocument/2006/relationships/tags" Target="../tags/tag437.xml"/><Relationship Id="rId10" Type="http://schemas.openxmlformats.org/officeDocument/2006/relationships/slideMaster" Target="../slideMasters/slideMaster4.xml"/><Relationship Id="rId4" Type="http://schemas.openxmlformats.org/officeDocument/2006/relationships/tags" Target="../tags/tag436.xml"/><Relationship Id="rId9" Type="http://schemas.openxmlformats.org/officeDocument/2006/relationships/tags" Target="../tags/tag441.xml"/></Relationships>
</file>

<file path=ppt/slideLayouts/_rels/slideLayout61.xml.rels><?xml version="1.0" encoding="UTF-8" standalone="yes"?>
<Relationships xmlns="http://schemas.openxmlformats.org/package/2006/relationships"><Relationship Id="rId8" Type="http://schemas.openxmlformats.org/officeDocument/2006/relationships/tags" Target="../tags/tag448.xml"/><Relationship Id="rId3" Type="http://schemas.openxmlformats.org/officeDocument/2006/relationships/tags" Target="../tags/tag443.xml"/><Relationship Id="rId7" Type="http://schemas.openxmlformats.org/officeDocument/2006/relationships/tags" Target="../tags/tag447.xml"/><Relationship Id="rId12" Type="http://schemas.openxmlformats.org/officeDocument/2006/relationships/image" Target="../media/image4.emf"/><Relationship Id="rId2" Type="http://schemas.openxmlformats.org/officeDocument/2006/relationships/tags" Target="../tags/tag442.xml"/><Relationship Id="rId1" Type="http://schemas.openxmlformats.org/officeDocument/2006/relationships/vmlDrawing" Target="../drawings/vmlDrawing60.vml"/><Relationship Id="rId6" Type="http://schemas.openxmlformats.org/officeDocument/2006/relationships/tags" Target="../tags/tag446.xml"/><Relationship Id="rId11" Type="http://schemas.openxmlformats.org/officeDocument/2006/relationships/oleObject" Target="../embeddings/oleObject60.bin"/><Relationship Id="rId5" Type="http://schemas.openxmlformats.org/officeDocument/2006/relationships/tags" Target="../tags/tag445.xml"/><Relationship Id="rId10" Type="http://schemas.openxmlformats.org/officeDocument/2006/relationships/slideMaster" Target="../slideMasters/slideMaster4.xml"/><Relationship Id="rId4" Type="http://schemas.openxmlformats.org/officeDocument/2006/relationships/tags" Target="../tags/tag444.xml"/><Relationship Id="rId9" Type="http://schemas.openxmlformats.org/officeDocument/2006/relationships/tags" Target="../tags/tag449.xml"/></Relationships>
</file>

<file path=ppt/slideLayouts/_rels/slideLayout62.xml.rels><?xml version="1.0" encoding="UTF-8" standalone="yes"?>
<Relationships xmlns="http://schemas.openxmlformats.org/package/2006/relationships"><Relationship Id="rId8" Type="http://schemas.openxmlformats.org/officeDocument/2006/relationships/tags" Target="../tags/tag456.xml"/><Relationship Id="rId3" Type="http://schemas.openxmlformats.org/officeDocument/2006/relationships/tags" Target="../tags/tag451.xml"/><Relationship Id="rId7" Type="http://schemas.openxmlformats.org/officeDocument/2006/relationships/tags" Target="../tags/tag455.xml"/><Relationship Id="rId12" Type="http://schemas.openxmlformats.org/officeDocument/2006/relationships/image" Target="../media/image1.emf"/><Relationship Id="rId2" Type="http://schemas.openxmlformats.org/officeDocument/2006/relationships/tags" Target="../tags/tag450.xml"/><Relationship Id="rId1" Type="http://schemas.openxmlformats.org/officeDocument/2006/relationships/vmlDrawing" Target="../drawings/vmlDrawing61.vml"/><Relationship Id="rId6" Type="http://schemas.openxmlformats.org/officeDocument/2006/relationships/tags" Target="../tags/tag454.xml"/><Relationship Id="rId11" Type="http://schemas.openxmlformats.org/officeDocument/2006/relationships/oleObject" Target="../embeddings/oleObject61.bin"/><Relationship Id="rId5" Type="http://schemas.openxmlformats.org/officeDocument/2006/relationships/tags" Target="../tags/tag453.xml"/><Relationship Id="rId10" Type="http://schemas.openxmlformats.org/officeDocument/2006/relationships/slideMaster" Target="../slideMasters/slideMaster4.xml"/><Relationship Id="rId4" Type="http://schemas.openxmlformats.org/officeDocument/2006/relationships/tags" Target="../tags/tag452.xml"/><Relationship Id="rId9" Type="http://schemas.openxmlformats.org/officeDocument/2006/relationships/tags" Target="../tags/tag457.xml"/></Relationships>
</file>

<file path=ppt/slideLayouts/_rels/slideLayout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tags" Target="../tags/tag459.xml"/><Relationship Id="rId7" Type="http://schemas.openxmlformats.org/officeDocument/2006/relationships/oleObject" Target="../embeddings/oleObject62.bin"/><Relationship Id="rId2" Type="http://schemas.openxmlformats.org/officeDocument/2006/relationships/tags" Target="../tags/tag458.xml"/><Relationship Id="rId1" Type="http://schemas.openxmlformats.org/officeDocument/2006/relationships/vmlDrawing" Target="../drawings/vmlDrawing62.v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461.xml"/><Relationship Id="rId4" Type="http://schemas.openxmlformats.org/officeDocument/2006/relationships/tags" Target="../tags/tag460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tags" Target="../tags/tag463.xml"/><Relationship Id="rId2" Type="http://schemas.openxmlformats.org/officeDocument/2006/relationships/tags" Target="../tags/tag462.xml"/><Relationship Id="rId1" Type="http://schemas.openxmlformats.org/officeDocument/2006/relationships/vmlDrawing" Target="../drawings/vmlDrawing63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63.bin"/><Relationship Id="rId4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8" Type="http://schemas.openxmlformats.org/officeDocument/2006/relationships/tags" Target="../tags/tag470.xml"/><Relationship Id="rId13" Type="http://schemas.openxmlformats.org/officeDocument/2006/relationships/tags" Target="../tags/tag475.xml"/><Relationship Id="rId3" Type="http://schemas.openxmlformats.org/officeDocument/2006/relationships/tags" Target="../tags/tag465.xml"/><Relationship Id="rId7" Type="http://schemas.openxmlformats.org/officeDocument/2006/relationships/tags" Target="../tags/tag469.xml"/><Relationship Id="rId12" Type="http://schemas.openxmlformats.org/officeDocument/2006/relationships/tags" Target="../tags/tag474.xml"/><Relationship Id="rId17" Type="http://schemas.openxmlformats.org/officeDocument/2006/relationships/image" Target="../media/image1.emf"/><Relationship Id="rId2" Type="http://schemas.openxmlformats.org/officeDocument/2006/relationships/tags" Target="../tags/tag464.xml"/><Relationship Id="rId16" Type="http://schemas.openxmlformats.org/officeDocument/2006/relationships/oleObject" Target="../embeddings/oleObject64.bin"/><Relationship Id="rId1" Type="http://schemas.openxmlformats.org/officeDocument/2006/relationships/vmlDrawing" Target="../drawings/vmlDrawing64.vml"/><Relationship Id="rId6" Type="http://schemas.openxmlformats.org/officeDocument/2006/relationships/tags" Target="../tags/tag468.xml"/><Relationship Id="rId11" Type="http://schemas.openxmlformats.org/officeDocument/2006/relationships/tags" Target="../tags/tag473.xml"/><Relationship Id="rId5" Type="http://schemas.openxmlformats.org/officeDocument/2006/relationships/tags" Target="../tags/tag467.xml"/><Relationship Id="rId15" Type="http://schemas.openxmlformats.org/officeDocument/2006/relationships/slideMaster" Target="../slideMasters/slideMaster4.xml"/><Relationship Id="rId10" Type="http://schemas.openxmlformats.org/officeDocument/2006/relationships/tags" Target="../tags/tag472.xml"/><Relationship Id="rId4" Type="http://schemas.openxmlformats.org/officeDocument/2006/relationships/tags" Target="../tags/tag466.xml"/><Relationship Id="rId9" Type="http://schemas.openxmlformats.org/officeDocument/2006/relationships/tags" Target="../tags/tag471.xml"/><Relationship Id="rId14" Type="http://schemas.openxmlformats.org/officeDocument/2006/relationships/tags" Target="../tags/tag476.xml"/></Relationships>
</file>

<file path=ppt/slideLayouts/_rels/slideLayout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tags" Target="../tags/tag498.xml"/><Relationship Id="rId7" Type="http://schemas.openxmlformats.org/officeDocument/2006/relationships/oleObject" Target="../embeddings/oleObject66.bin"/><Relationship Id="rId2" Type="http://schemas.openxmlformats.org/officeDocument/2006/relationships/tags" Target="../tags/tag497.xml"/><Relationship Id="rId1" Type="http://schemas.openxmlformats.org/officeDocument/2006/relationships/vmlDrawing" Target="../drawings/vmlDrawing66.v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500.xml"/><Relationship Id="rId4" Type="http://schemas.openxmlformats.org/officeDocument/2006/relationships/tags" Target="../tags/tag499.xml"/></Relationships>
</file>

<file path=ppt/slideLayouts/_rels/slideLayout67.xml.rels><?xml version="1.0" encoding="UTF-8" standalone="yes"?>
<Relationships xmlns="http://schemas.openxmlformats.org/package/2006/relationships"><Relationship Id="rId8" Type="http://schemas.openxmlformats.org/officeDocument/2006/relationships/tags" Target="../tags/tag507.xml"/><Relationship Id="rId3" Type="http://schemas.openxmlformats.org/officeDocument/2006/relationships/tags" Target="../tags/tag502.xml"/><Relationship Id="rId7" Type="http://schemas.openxmlformats.org/officeDocument/2006/relationships/tags" Target="../tags/tag506.xml"/><Relationship Id="rId2" Type="http://schemas.openxmlformats.org/officeDocument/2006/relationships/tags" Target="../tags/tag501.xml"/><Relationship Id="rId1" Type="http://schemas.openxmlformats.org/officeDocument/2006/relationships/vmlDrawing" Target="../drawings/vmlDrawing67.vml"/><Relationship Id="rId6" Type="http://schemas.openxmlformats.org/officeDocument/2006/relationships/tags" Target="../tags/tag505.xml"/><Relationship Id="rId11" Type="http://schemas.openxmlformats.org/officeDocument/2006/relationships/image" Target="../media/image1.emf"/><Relationship Id="rId5" Type="http://schemas.openxmlformats.org/officeDocument/2006/relationships/tags" Target="../tags/tag504.xml"/><Relationship Id="rId10" Type="http://schemas.openxmlformats.org/officeDocument/2006/relationships/oleObject" Target="../embeddings/oleObject67.bin"/><Relationship Id="rId4" Type="http://schemas.openxmlformats.org/officeDocument/2006/relationships/tags" Target="../tags/tag503.xml"/><Relationship Id="rId9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5.xml"/><Relationship Id="rId3" Type="http://schemas.openxmlformats.org/officeDocument/2006/relationships/tags" Target="../tags/tag509.xml"/><Relationship Id="rId7" Type="http://schemas.openxmlformats.org/officeDocument/2006/relationships/tags" Target="../tags/tag513.xml"/><Relationship Id="rId2" Type="http://schemas.openxmlformats.org/officeDocument/2006/relationships/tags" Target="../tags/tag508.xml"/><Relationship Id="rId1" Type="http://schemas.openxmlformats.org/officeDocument/2006/relationships/vmlDrawing" Target="../drawings/vmlDrawing68.vml"/><Relationship Id="rId6" Type="http://schemas.openxmlformats.org/officeDocument/2006/relationships/tags" Target="../tags/tag512.xml"/><Relationship Id="rId5" Type="http://schemas.openxmlformats.org/officeDocument/2006/relationships/tags" Target="../tags/tag511.xml"/><Relationship Id="rId10" Type="http://schemas.openxmlformats.org/officeDocument/2006/relationships/image" Target="../media/image3.emf"/><Relationship Id="rId4" Type="http://schemas.openxmlformats.org/officeDocument/2006/relationships/tags" Target="../tags/tag510.xml"/><Relationship Id="rId9" Type="http://schemas.openxmlformats.org/officeDocument/2006/relationships/oleObject" Target="../embeddings/oleObject68.bin"/></Relationships>
</file>

<file path=ppt/slideLayouts/_rels/slideLayout6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5.xml"/><Relationship Id="rId3" Type="http://schemas.openxmlformats.org/officeDocument/2006/relationships/tags" Target="../tags/tag515.xml"/><Relationship Id="rId7" Type="http://schemas.openxmlformats.org/officeDocument/2006/relationships/tags" Target="../tags/tag519.xml"/><Relationship Id="rId2" Type="http://schemas.openxmlformats.org/officeDocument/2006/relationships/tags" Target="../tags/tag514.xml"/><Relationship Id="rId1" Type="http://schemas.openxmlformats.org/officeDocument/2006/relationships/vmlDrawing" Target="../drawings/vmlDrawing69.vml"/><Relationship Id="rId6" Type="http://schemas.openxmlformats.org/officeDocument/2006/relationships/tags" Target="../tags/tag518.xml"/><Relationship Id="rId5" Type="http://schemas.openxmlformats.org/officeDocument/2006/relationships/tags" Target="../tags/tag517.xml"/><Relationship Id="rId10" Type="http://schemas.openxmlformats.org/officeDocument/2006/relationships/image" Target="../media/image3.emf"/><Relationship Id="rId4" Type="http://schemas.openxmlformats.org/officeDocument/2006/relationships/tags" Target="../tags/tag516.xml"/><Relationship Id="rId9" Type="http://schemas.openxmlformats.org/officeDocument/2006/relationships/oleObject" Target="../embeddings/oleObject69.bin"/></Relationships>
</file>

<file path=ppt/slideLayouts/_rels/slideLayout7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5.xml"/><Relationship Id="rId3" Type="http://schemas.openxmlformats.org/officeDocument/2006/relationships/tags" Target="../tags/tag521.xml"/><Relationship Id="rId7" Type="http://schemas.openxmlformats.org/officeDocument/2006/relationships/tags" Target="../tags/tag525.xml"/><Relationship Id="rId2" Type="http://schemas.openxmlformats.org/officeDocument/2006/relationships/tags" Target="../tags/tag520.xml"/><Relationship Id="rId1" Type="http://schemas.openxmlformats.org/officeDocument/2006/relationships/vmlDrawing" Target="../drawings/vmlDrawing70.vml"/><Relationship Id="rId6" Type="http://schemas.openxmlformats.org/officeDocument/2006/relationships/tags" Target="../tags/tag524.xml"/><Relationship Id="rId5" Type="http://schemas.openxmlformats.org/officeDocument/2006/relationships/tags" Target="../tags/tag523.xml"/><Relationship Id="rId10" Type="http://schemas.openxmlformats.org/officeDocument/2006/relationships/image" Target="../media/image3.emf"/><Relationship Id="rId4" Type="http://schemas.openxmlformats.org/officeDocument/2006/relationships/tags" Target="../tags/tag522.xml"/><Relationship Id="rId9" Type="http://schemas.openxmlformats.org/officeDocument/2006/relationships/oleObject" Target="../embeddings/oleObject70.bin"/></Relationships>
</file>

<file path=ppt/slideLayouts/_rels/slideLayout71.xml.rels><?xml version="1.0" encoding="UTF-8" standalone="yes"?>
<Relationships xmlns="http://schemas.openxmlformats.org/package/2006/relationships"><Relationship Id="rId8" Type="http://schemas.openxmlformats.org/officeDocument/2006/relationships/tags" Target="../tags/tag532.xml"/><Relationship Id="rId3" Type="http://schemas.openxmlformats.org/officeDocument/2006/relationships/tags" Target="../tags/tag527.xml"/><Relationship Id="rId7" Type="http://schemas.openxmlformats.org/officeDocument/2006/relationships/tags" Target="../tags/tag531.xml"/><Relationship Id="rId2" Type="http://schemas.openxmlformats.org/officeDocument/2006/relationships/tags" Target="../tags/tag526.xml"/><Relationship Id="rId1" Type="http://schemas.openxmlformats.org/officeDocument/2006/relationships/vmlDrawing" Target="../drawings/vmlDrawing71.vml"/><Relationship Id="rId6" Type="http://schemas.openxmlformats.org/officeDocument/2006/relationships/tags" Target="../tags/tag530.xml"/><Relationship Id="rId11" Type="http://schemas.openxmlformats.org/officeDocument/2006/relationships/image" Target="../media/image3.emf"/><Relationship Id="rId5" Type="http://schemas.openxmlformats.org/officeDocument/2006/relationships/tags" Target="../tags/tag529.xml"/><Relationship Id="rId10" Type="http://schemas.openxmlformats.org/officeDocument/2006/relationships/oleObject" Target="../embeddings/oleObject71.bin"/><Relationship Id="rId4" Type="http://schemas.openxmlformats.org/officeDocument/2006/relationships/tags" Target="../tags/tag528.xml"/><Relationship Id="rId9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8" Type="http://schemas.openxmlformats.org/officeDocument/2006/relationships/tags" Target="../tags/tag539.xml"/><Relationship Id="rId3" Type="http://schemas.openxmlformats.org/officeDocument/2006/relationships/tags" Target="../tags/tag534.xml"/><Relationship Id="rId7" Type="http://schemas.openxmlformats.org/officeDocument/2006/relationships/tags" Target="../tags/tag538.xml"/><Relationship Id="rId12" Type="http://schemas.openxmlformats.org/officeDocument/2006/relationships/image" Target="../media/image1.emf"/><Relationship Id="rId2" Type="http://schemas.openxmlformats.org/officeDocument/2006/relationships/tags" Target="../tags/tag533.xml"/><Relationship Id="rId1" Type="http://schemas.openxmlformats.org/officeDocument/2006/relationships/vmlDrawing" Target="../drawings/vmlDrawing72.vml"/><Relationship Id="rId6" Type="http://schemas.openxmlformats.org/officeDocument/2006/relationships/tags" Target="../tags/tag537.xml"/><Relationship Id="rId11" Type="http://schemas.openxmlformats.org/officeDocument/2006/relationships/oleObject" Target="../embeddings/oleObject72.bin"/><Relationship Id="rId5" Type="http://schemas.openxmlformats.org/officeDocument/2006/relationships/tags" Target="../tags/tag536.xml"/><Relationship Id="rId10" Type="http://schemas.openxmlformats.org/officeDocument/2006/relationships/slideMaster" Target="../slideMasters/slideMaster5.xml"/><Relationship Id="rId4" Type="http://schemas.openxmlformats.org/officeDocument/2006/relationships/tags" Target="../tags/tag535.xml"/><Relationship Id="rId9" Type="http://schemas.openxmlformats.org/officeDocument/2006/relationships/tags" Target="../tags/tag540.xml"/></Relationships>
</file>

<file path=ppt/slideLayouts/_rels/slideLayout73.xml.rels><?xml version="1.0" encoding="UTF-8" standalone="yes"?>
<Relationships xmlns="http://schemas.openxmlformats.org/package/2006/relationships"><Relationship Id="rId8" Type="http://schemas.openxmlformats.org/officeDocument/2006/relationships/tags" Target="../tags/tag547.xml"/><Relationship Id="rId3" Type="http://schemas.openxmlformats.org/officeDocument/2006/relationships/tags" Target="../tags/tag542.xml"/><Relationship Id="rId7" Type="http://schemas.openxmlformats.org/officeDocument/2006/relationships/tags" Target="../tags/tag546.xml"/><Relationship Id="rId12" Type="http://schemas.openxmlformats.org/officeDocument/2006/relationships/image" Target="../media/image1.emf"/><Relationship Id="rId2" Type="http://schemas.openxmlformats.org/officeDocument/2006/relationships/tags" Target="../tags/tag541.xml"/><Relationship Id="rId1" Type="http://schemas.openxmlformats.org/officeDocument/2006/relationships/vmlDrawing" Target="../drawings/vmlDrawing73.vml"/><Relationship Id="rId6" Type="http://schemas.openxmlformats.org/officeDocument/2006/relationships/tags" Target="../tags/tag545.xml"/><Relationship Id="rId11" Type="http://schemas.openxmlformats.org/officeDocument/2006/relationships/oleObject" Target="../embeddings/oleObject73.bin"/><Relationship Id="rId5" Type="http://schemas.openxmlformats.org/officeDocument/2006/relationships/tags" Target="../tags/tag544.xml"/><Relationship Id="rId10" Type="http://schemas.openxmlformats.org/officeDocument/2006/relationships/slideMaster" Target="../slideMasters/slideMaster5.xml"/><Relationship Id="rId4" Type="http://schemas.openxmlformats.org/officeDocument/2006/relationships/tags" Target="../tags/tag543.xml"/><Relationship Id="rId9" Type="http://schemas.openxmlformats.org/officeDocument/2006/relationships/tags" Target="../tags/tag548.xml"/></Relationships>
</file>

<file path=ppt/slideLayouts/_rels/slideLayout74.xml.rels><?xml version="1.0" encoding="UTF-8" standalone="yes"?>
<Relationships xmlns="http://schemas.openxmlformats.org/package/2006/relationships"><Relationship Id="rId8" Type="http://schemas.openxmlformats.org/officeDocument/2006/relationships/tags" Target="../tags/tag555.xml"/><Relationship Id="rId3" Type="http://schemas.openxmlformats.org/officeDocument/2006/relationships/tags" Target="../tags/tag550.xml"/><Relationship Id="rId7" Type="http://schemas.openxmlformats.org/officeDocument/2006/relationships/tags" Target="../tags/tag554.xml"/><Relationship Id="rId12" Type="http://schemas.openxmlformats.org/officeDocument/2006/relationships/image" Target="../media/image3.emf"/><Relationship Id="rId2" Type="http://schemas.openxmlformats.org/officeDocument/2006/relationships/tags" Target="../tags/tag549.xml"/><Relationship Id="rId1" Type="http://schemas.openxmlformats.org/officeDocument/2006/relationships/vmlDrawing" Target="../drawings/vmlDrawing74.vml"/><Relationship Id="rId6" Type="http://schemas.openxmlformats.org/officeDocument/2006/relationships/tags" Target="../tags/tag553.xml"/><Relationship Id="rId11" Type="http://schemas.openxmlformats.org/officeDocument/2006/relationships/oleObject" Target="../embeddings/oleObject74.bin"/><Relationship Id="rId5" Type="http://schemas.openxmlformats.org/officeDocument/2006/relationships/tags" Target="../tags/tag552.xml"/><Relationship Id="rId10" Type="http://schemas.openxmlformats.org/officeDocument/2006/relationships/slideMaster" Target="../slideMasters/slideMaster5.xml"/><Relationship Id="rId4" Type="http://schemas.openxmlformats.org/officeDocument/2006/relationships/tags" Target="../tags/tag551.xml"/><Relationship Id="rId9" Type="http://schemas.openxmlformats.org/officeDocument/2006/relationships/tags" Target="../tags/tag556.xml"/></Relationships>
</file>

<file path=ppt/slideLayouts/_rels/slideLayout75.xml.rels><?xml version="1.0" encoding="UTF-8" standalone="yes"?>
<Relationships xmlns="http://schemas.openxmlformats.org/package/2006/relationships"><Relationship Id="rId8" Type="http://schemas.openxmlformats.org/officeDocument/2006/relationships/tags" Target="../tags/tag563.xml"/><Relationship Id="rId3" Type="http://schemas.openxmlformats.org/officeDocument/2006/relationships/tags" Target="../tags/tag558.xml"/><Relationship Id="rId7" Type="http://schemas.openxmlformats.org/officeDocument/2006/relationships/tags" Target="../tags/tag562.xml"/><Relationship Id="rId12" Type="http://schemas.openxmlformats.org/officeDocument/2006/relationships/image" Target="../media/image1.emf"/><Relationship Id="rId2" Type="http://schemas.openxmlformats.org/officeDocument/2006/relationships/tags" Target="../tags/tag557.xml"/><Relationship Id="rId1" Type="http://schemas.openxmlformats.org/officeDocument/2006/relationships/vmlDrawing" Target="../drawings/vmlDrawing75.vml"/><Relationship Id="rId6" Type="http://schemas.openxmlformats.org/officeDocument/2006/relationships/tags" Target="../tags/tag561.xml"/><Relationship Id="rId11" Type="http://schemas.openxmlformats.org/officeDocument/2006/relationships/oleObject" Target="../embeddings/oleObject75.bin"/><Relationship Id="rId5" Type="http://schemas.openxmlformats.org/officeDocument/2006/relationships/tags" Target="../tags/tag560.xml"/><Relationship Id="rId10" Type="http://schemas.openxmlformats.org/officeDocument/2006/relationships/slideMaster" Target="../slideMasters/slideMaster5.xml"/><Relationship Id="rId4" Type="http://schemas.openxmlformats.org/officeDocument/2006/relationships/tags" Target="../tags/tag559.xml"/><Relationship Id="rId9" Type="http://schemas.openxmlformats.org/officeDocument/2006/relationships/tags" Target="../tags/tag564.xml"/></Relationships>
</file>

<file path=ppt/slideLayouts/_rels/slideLayout76.xml.rels><?xml version="1.0" encoding="UTF-8" standalone="yes"?>
<Relationships xmlns="http://schemas.openxmlformats.org/package/2006/relationships"><Relationship Id="rId8" Type="http://schemas.openxmlformats.org/officeDocument/2006/relationships/tags" Target="../tags/tag571.xml"/><Relationship Id="rId3" Type="http://schemas.openxmlformats.org/officeDocument/2006/relationships/tags" Target="../tags/tag566.xml"/><Relationship Id="rId7" Type="http://schemas.openxmlformats.org/officeDocument/2006/relationships/tags" Target="../tags/tag570.xml"/><Relationship Id="rId12" Type="http://schemas.openxmlformats.org/officeDocument/2006/relationships/image" Target="../media/image3.emf"/><Relationship Id="rId2" Type="http://schemas.openxmlformats.org/officeDocument/2006/relationships/tags" Target="../tags/tag565.xml"/><Relationship Id="rId1" Type="http://schemas.openxmlformats.org/officeDocument/2006/relationships/vmlDrawing" Target="../drawings/vmlDrawing76.vml"/><Relationship Id="rId6" Type="http://schemas.openxmlformats.org/officeDocument/2006/relationships/tags" Target="../tags/tag569.xml"/><Relationship Id="rId11" Type="http://schemas.openxmlformats.org/officeDocument/2006/relationships/oleObject" Target="../embeddings/oleObject76.bin"/><Relationship Id="rId5" Type="http://schemas.openxmlformats.org/officeDocument/2006/relationships/tags" Target="../tags/tag568.xml"/><Relationship Id="rId10" Type="http://schemas.openxmlformats.org/officeDocument/2006/relationships/slideMaster" Target="../slideMasters/slideMaster5.xml"/><Relationship Id="rId4" Type="http://schemas.openxmlformats.org/officeDocument/2006/relationships/tags" Target="../tags/tag567.xml"/><Relationship Id="rId9" Type="http://schemas.openxmlformats.org/officeDocument/2006/relationships/tags" Target="../tags/tag572.xml"/></Relationships>
</file>

<file path=ppt/slideLayouts/_rels/slideLayout77.xml.rels><?xml version="1.0" encoding="UTF-8" standalone="yes"?>
<Relationships xmlns="http://schemas.openxmlformats.org/package/2006/relationships"><Relationship Id="rId8" Type="http://schemas.openxmlformats.org/officeDocument/2006/relationships/tags" Target="../tags/tag579.xml"/><Relationship Id="rId3" Type="http://schemas.openxmlformats.org/officeDocument/2006/relationships/tags" Target="../tags/tag574.xml"/><Relationship Id="rId7" Type="http://schemas.openxmlformats.org/officeDocument/2006/relationships/tags" Target="../tags/tag578.xml"/><Relationship Id="rId12" Type="http://schemas.openxmlformats.org/officeDocument/2006/relationships/image" Target="../media/image3.emf"/><Relationship Id="rId2" Type="http://schemas.openxmlformats.org/officeDocument/2006/relationships/tags" Target="../tags/tag573.xml"/><Relationship Id="rId1" Type="http://schemas.openxmlformats.org/officeDocument/2006/relationships/vmlDrawing" Target="../drawings/vmlDrawing77.vml"/><Relationship Id="rId6" Type="http://schemas.openxmlformats.org/officeDocument/2006/relationships/tags" Target="../tags/tag577.xml"/><Relationship Id="rId11" Type="http://schemas.openxmlformats.org/officeDocument/2006/relationships/oleObject" Target="../embeddings/oleObject77.bin"/><Relationship Id="rId5" Type="http://schemas.openxmlformats.org/officeDocument/2006/relationships/tags" Target="../tags/tag576.xml"/><Relationship Id="rId10" Type="http://schemas.openxmlformats.org/officeDocument/2006/relationships/slideMaster" Target="../slideMasters/slideMaster5.xml"/><Relationship Id="rId4" Type="http://schemas.openxmlformats.org/officeDocument/2006/relationships/tags" Target="../tags/tag575.xml"/><Relationship Id="rId9" Type="http://schemas.openxmlformats.org/officeDocument/2006/relationships/tags" Target="../tags/tag580.xml"/></Relationships>
</file>

<file path=ppt/slideLayouts/_rels/slideLayout78.xml.rels><?xml version="1.0" encoding="UTF-8" standalone="yes"?>
<Relationships xmlns="http://schemas.openxmlformats.org/package/2006/relationships"><Relationship Id="rId8" Type="http://schemas.openxmlformats.org/officeDocument/2006/relationships/tags" Target="../tags/tag587.xml"/><Relationship Id="rId3" Type="http://schemas.openxmlformats.org/officeDocument/2006/relationships/tags" Target="../tags/tag582.xml"/><Relationship Id="rId7" Type="http://schemas.openxmlformats.org/officeDocument/2006/relationships/tags" Target="../tags/tag586.xml"/><Relationship Id="rId12" Type="http://schemas.openxmlformats.org/officeDocument/2006/relationships/image" Target="../media/image1.emf"/><Relationship Id="rId2" Type="http://schemas.openxmlformats.org/officeDocument/2006/relationships/tags" Target="../tags/tag581.xml"/><Relationship Id="rId1" Type="http://schemas.openxmlformats.org/officeDocument/2006/relationships/vmlDrawing" Target="../drawings/vmlDrawing78.vml"/><Relationship Id="rId6" Type="http://schemas.openxmlformats.org/officeDocument/2006/relationships/tags" Target="../tags/tag585.xml"/><Relationship Id="rId11" Type="http://schemas.openxmlformats.org/officeDocument/2006/relationships/oleObject" Target="../embeddings/oleObject78.bin"/><Relationship Id="rId5" Type="http://schemas.openxmlformats.org/officeDocument/2006/relationships/tags" Target="../tags/tag584.xml"/><Relationship Id="rId10" Type="http://schemas.openxmlformats.org/officeDocument/2006/relationships/slideMaster" Target="../slideMasters/slideMaster5.xml"/><Relationship Id="rId4" Type="http://schemas.openxmlformats.org/officeDocument/2006/relationships/tags" Target="../tags/tag583.xml"/><Relationship Id="rId9" Type="http://schemas.openxmlformats.org/officeDocument/2006/relationships/tags" Target="../tags/tag588.xml"/></Relationships>
</file>

<file path=ppt/slideLayouts/_rels/slideLayout79.xml.rels><?xml version="1.0" encoding="UTF-8" standalone="yes"?>
<Relationships xmlns="http://schemas.openxmlformats.org/package/2006/relationships"><Relationship Id="rId8" Type="http://schemas.openxmlformats.org/officeDocument/2006/relationships/tags" Target="../tags/tag595.xml"/><Relationship Id="rId3" Type="http://schemas.openxmlformats.org/officeDocument/2006/relationships/tags" Target="../tags/tag590.xml"/><Relationship Id="rId7" Type="http://schemas.openxmlformats.org/officeDocument/2006/relationships/tags" Target="../tags/tag594.xml"/><Relationship Id="rId12" Type="http://schemas.openxmlformats.org/officeDocument/2006/relationships/image" Target="../media/image3.emf"/><Relationship Id="rId2" Type="http://schemas.openxmlformats.org/officeDocument/2006/relationships/tags" Target="../tags/tag589.xml"/><Relationship Id="rId1" Type="http://schemas.openxmlformats.org/officeDocument/2006/relationships/vmlDrawing" Target="../drawings/vmlDrawing79.vml"/><Relationship Id="rId6" Type="http://schemas.openxmlformats.org/officeDocument/2006/relationships/tags" Target="../tags/tag593.xml"/><Relationship Id="rId11" Type="http://schemas.openxmlformats.org/officeDocument/2006/relationships/oleObject" Target="../embeddings/oleObject79.bin"/><Relationship Id="rId5" Type="http://schemas.openxmlformats.org/officeDocument/2006/relationships/tags" Target="../tags/tag592.xml"/><Relationship Id="rId10" Type="http://schemas.openxmlformats.org/officeDocument/2006/relationships/slideMaster" Target="../slideMasters/slideMaster5.xml"/><Relationship Id="rId4" Type="http://schemas.openxmlformats.org/officeDocument/2006/relationships/tags" Target="../tags/tag591.xml"/><Relationship Id="rId9" Type="http://schemas.openxmlformats.org/officeDocument/2006/relationships/tags" Target="../tags/tag596.xml"/></Relationships>
</file>

<file path=ppt/slideLayouts/_rels/slideLayout8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5.xml"/><Relationship Id="rId3" Type="http://schemas.openxmlformats.org/officeDocument/2006/relationships/tags" Target="../tags/tag598.xml"/><Relationship Id="rId7" Type="http://schemas.openxmlformats.org/officeDocument/2006/relationships/tags" Target="../tags/tag602.xml"/><Relationship Id="rId2" Type="http://schemas.openxmlformats.org/officeDocument/2006/relationships/tags" Target="../tags/tag597.xml"/><Relationship Id="rId1" Type="http://schemas.openxmlformats.org/officeDocument/2006/relationships/vmlDrawing" Target="../drawings/vmlDrawing80.vml"/><Relationship Id="rId6" Type="http://schemas.openxmlformats.org/officeDocument/2006/relationships/tags" Target="../tags/tag601.xml"/><Relationship Id="rId5" Type="http://schemas.openxmlformats.org/officeDocument/2006/relationships/tags" Target="../tags/tag600.xml"/><Relationship Id="rId10" Type="http://schemas.openxmlformats.org/officeDocument/2006/relationships/image" Target="../media/image3.emf"/><Relationship Id="rId4" Type="http://schemas.openxmlformats.org/officeDocument/2006/relationships/tags" Target="../tags/tag599.xml"/><Relationship Id="rId9" Type="http://schemas.openxmlformats.org/officeDocument/2006/relationships/oleObject" Target="../embeddings/oleObject80.bin"/></Relationships>
</file>

<file path=ppt/slideLayouts/_rels/slideLayout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tags" Target="../tags/tag604.xml"/><Relationship Id="rId7" Type="http://schemas.openxmlformats.org/officeDocument/2006/relationships/oleObject" Target="../embeddings/oleObject81.bin"/><Relationship Id="rId2" Type="http://schemas.openxmlformats.org/officeDocument/2006/relationships/tags" Target="../tags/tag603.xml"/><Relationship Id="rId1" Type="http://schemas.openxmlformats.org/officeDocument/2006/relationships/vmlDrawing" Target="../drawings/vmlDrawing81.v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606.xml"/><Relationship Id="rId4" Type="http://schemas.openxmlformats.org/officeDocument/2006/relationships/tags" Target="../tags/tag605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tags" Target="../tags/tag608.xml"/><Relationship Id="rId2" Type="http://schemas.openxmlformats.org/officeDocument/2006/relationships/tags" Target="../tags/tag607.xml"/><Relationship Id="rId1" Type="http://schemas.openxmlformats.org/officeDocument/2006/relationships/vmlDrawing" Target="../drawings/vmlDrawing82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82.bin"/><Relationship Id="rId4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8" Type="http://schemas.openxmlformats.org/officeDocument/2006/relationships/tags" Target="../tags/tag615.xml"/><Relationship Id="rId3" Type="http://schemas.openxmlformats.org/officeDocument/2006/relationships/tags" Target="../tags/tag610.xml"/><Relationship Id="rId7" Type="http://schemas.openxmlformats.org/officeDocument/2006/relationships/tags" Target="../tags/tag614.xml"/><Relationship Id="rId2" Type="http://schemas.openxmlformats.org/officeDocument/2006/relationships/tags" Target="../tags/tag609.xml"/><Relationship Id="rId1" Type="http://schemas.openxmlformats.org/officeDocument/2006/relationships/vmlDrawing" Target="../drawings/vmlDrawing83.vml"/><Relationship Id="rId6" Type="http://schemas.openxmlformats.org/officeDocument/2006/relationships/tags" Target="../tags/tag613.xml"/><Relationship Id="rId11" Type="http://schemas.openxmlformats.org/officeDocument/2006/relationships/image" Target="../media/image1.emf"/><Relationship Id="rId5" Type="http://schemas.openxmlformats.org/officeDocument/2006/relationships/tags" Target="../tags/tag612.xml"/><Relationship Id="rId10" Type="http://schemas.openxmlformats.org/officeDocument/2006/relationships/oleObject" Target="../embeddings/oleObject83.bin"/><Relationship Id="rId4" Type="http://schemas.openxmlformats.org/officeDocument/2006/relationships/tags" Target="../tags/tag611.xml"/><Relationship Id="rId9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5.bin"/><Relationship Id="rId3" Type="http://schemas.openxmlformats.org/officeDocument/2006/relationships/tags" Target="../tags/tag637.xml"/><Relationship Id="rId7" Type="http://schemas.openxmlformats.org/officeDocument/2006/relationships/slideMaster" Target="../slideMasters/slideMaster6.xml"/><Relationship Id="rId2" Type="http://schemas.openxmlformats.org/officeDocument/2006/relationships/tags" Target="../tags/tag636.xml"/><Relationship Id="rId1" Type="http://schemas.openxmlformats.org/officeDocument/2006/relationships/vmlDrawing" Target="../drawings/vmlDrawing85.vml"/><Relationship Id="rId6" Type="http://schemas.openxmlformats.org/officeDocument/2006/relationships/tags" Target="../tags/tag640.xml"/><Relationship Id="rId5" Type="http://schemas.openxmlformats.org/officeDocument/2006/relationships/tags" Target="../tags/tag639.xml"/><Relationship Id="rId4" Type="http://schemas.openxmlformats.org/officeDocument/2006/relationships/tags" Target="../tags/tag638.xml"/><Relationship Id="rId9" Type="http://schemas.openxmlformats.org/officeDocument/2006/relationships/image" Target="../media/image3.emf"/></Relationships>
</file>

<file path=ppt/slideLayouts/_rels/slideLayout85.xml.rels><?xml version="1.0" encoding="UTF-8" standalone="yes"?>
<Relationships xmlns="http://schemas.openxmlformats.org/package/2006/relationships"><Relationship Id="rId8" Type="http://schemas.openxmlformats.org/officeDocument/2006/relationships/tags" Target="../tags/tag647.xml"/><Relationship Id="rId3" Type="http://schemas.openxmlformats.org/officeDocument/2006/relationships/tags" Target="../tags/tag642.xml"/><Relationship Id="rId7" Type="http://schemas.openxmlformats.org/officeDocument/2006/relationships/tags" Target="../tags/tag646.xml"/><Relationship Id="rId2" Type="http://schemas.openxmlformats.org/officeDocument/2006/relationships/tags" Target="../tags/tag641.xml"/><Relationship Id="rId1" Type="http://schemas.openxmlformats.org/officeDocument/2006/relationships/vmlDrawing" Target="../drawings/vmlDrawing86.vml"/><Relationship Id="rId6" Type="http://schemas.openxmlformats.org/officeDocument/2006/relationships/tags" Target="../tags/tag645.xml"/><Relationship Id="rId11" Type="http://schemas.openxmlformats.org/officeDocument/2006/relationships/image" Target="../media/image1.emf"/><Relationship Id="rId5" Type="http://schemas.openxmlformats.org/officeDocument/2006/relationships/tags" Target="../tags/tag644.xml"/><Relationship Id="rId10" Type="http://schemas.openxmlformats.org/officeDocument/2006/relationships/oleObject" Target="../embeddings/oleObject86.bin"/><Relationship Id="rId4" Type="http://schemas.openxmlformats.org/officeDocument/2006/relationships/tags" Target="../tags/tag643.xml"/><Relationship Id="rId9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6.xml"/><Relationship Id="rId3" Type="http://schemas.openxmlformats.org/officeDocument/2006/relationships/tags" Target="../tags/tag649.xml"/><Relationship Id="rId7" Type="http://schemas.openxmlformats.org/officeDocument/2006/relationships/tags" Target="../tags/tag653.xml"/><Relationship Id="rId2" Type="http://schemas.openxmlformats.org/officeDocument/2006/relationships/tags" Target="../tags/tag648.xml"/><Relationship Id="rId1" Type="http://schemas.openxmlformats.org/officeDocument/2006/relationships/vmlDrawing" Target="../drawings/vmlDrawing87.vml"/><Relationship Id="rId6" Type="http://schemas.openxmlformats.org/officeDocument/2006/relationships/tags" Target="../tags/tag652.xml"/><Relationship Id="rId5" Type="http://schemas.openxmlformats.org/officeDocument/2006/relationships/tags" Target="../tags/tag651.xml"/><Relationship Id="rId10" Type="http://schemas.openxmlformats.org/officeDocument/2006/relationships/image" Target="../media/image3.emf"/><Relationship Id="rId4" Type="http://schemas.openxmlformats.org/officeDocument/2006/relationships/tags" Target="../tags/tag650.xml"/><Relationship Id="rId9" Type="http://schemas.openxmlformats.org/officeDocument/2006/relationships/oleObject" Target="../embeddings/oleObject87.bin"/></Relationships>
</file>

<file path=ppt/slideLayouts/_rels/slideLayout8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6.xml"/><Relationship Id="rId3" Type="http://schemas.openxmlformats.org/officeDocument/2006/relationships/tags" Target="../tags/tag655.xml"/><Relationship Id="rId7" Type="http://schemas.openxmlformats.org/officeDocument/2006/relationships/tags" Target="../tags/tag659.xml"/><Relationship Id="rId2" Type="http://schemas.openxmlformats.org/officeDocument/2006/relationships/tags" Target="../tags/tag654.xml"/><Relationship Id="rId1" Type="http://schemas.openxmlformats.org/officeDocument/2006/relationships/vmlDrawing" Target="../drawings/vmlDrawing88.vml"/><Relationship Id="rId6" Type="http://schemas.openxmlformats.org/officeDocument/2006/relationships/tags" Target="../tags/tag658.xml"/><Relationship Id="rId5" Type="http://schemas.openxmlformats.org/officeDocument/2006/relationships/tags" Target="../tags/tag657.xml"/><Relationship Id="rId10" Type="http://schemas.openxmlformats.org/officeDocument/2006/relationships/image" Target="../media/image3.emf"/><Relationship Id="rId4" Type="http://schemas.openxmlformats.org/officeDocument/2006/relationships/tags" Target="../tags/tag656.xml"/><Relationship Id="rId9" Type="http://schemas.openxmlformats.org/officeDocument/2006/relationships/oleObject" Target="../embeddings/oleObject88.bin"/></Relationships>
</file>

<file path=ppt/slideLayouts/_rels/slideLayout8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6.xml"/><Relationship Id="rId3" Type="http://schemas.openxmlformats.org/officeDocument/2006/relationships/tags" Target="../tags/tag661.xml"/><Relationship Id="rId7" Type="http://schemas.openxmlformats.org/officeDocument/2006/relationships/tags" Target="../tags/tag665.xml"/><Relationship Id="rId2" Type="http://schemas.openxmlformats.org/officeDocument/2006/relationships/tags" Target="../tags/tag660.xml"/><Relationship Id="rId1" Type="http://schemas.openxmlformats.org/officeDocument/2006/relationships/vmlDrawing" Target="../drawings/vmlDrawing89.vml"/><Relationship Id="rId6" Type="http://schemas.openxmlformats.org/officeDocument/2006/relationships/tags" Target="../tags/tag664.xml"/><Relationship Id="rId5" Type="http://schemas.openxmlformats.org/officeDocument/2006/relationships/tags" Target="../tags/tag663.xml"/><Relationship Id="rId10" Type="http://schemas.openxmlformats.org/officeDocument/2006/relationships/image" Target="../media/image3.emf"/><Relationship Id="rId4" Type="http://schemas.openxmlformats.org/officeDocument/2006/relationships/tags" Target="../tags/tag662.xml"/><Relationship Id="rId9" Type="http://schemas.openxmlformats.org/officeDocument/2006/relationships/oleObject" Target="../embeddings/oleObject89.bin"/></Relationships>
</file>

<file path=ppt/slideLayouts/_rels/slideLayout89.xml.rels><?xml version="1.0" encoding="UTF-8" standalone="yes"?>
<Relationships xmlns="http://schemas.openxmlformats.org/package/2006/relationships"><Relationship Id="rId8" Type="http://schemas.openxmlformats.org/officeDocument/2006/relationships/tags" Target="../tags/tag672.xml"/><Relationship Id="rId3" Type="http://schemas.openxmlformats.org/officeDocument/2006/relationships/tags" Target="../tags/tag667.xml"/><Relationship Id="rId7" Type="http://schemas.openxmlformats.org/officeDocument/2006/relationships/tags" Target="../tags/tag671.xml"/><Relationship Id="rId2" Type="http://schemas.openxmlformats.org/officeDocument/2006/relationships/tags" Target="../tags/tag666.xml"/><Relationship Id="rId1" Type="http://schemas.openxmlformats.org/officeDocument/2006/relationships/vmlDrawing" Target="../drawings/vmlDrawing90.vml"/><Relationship Id="rId6" Type="http://schemas.openxmlformats.org/officeDocument/2006/relationships/tags" Target="../tags/tag670.xml"/><Relationship Id="rId11" Type="http://schemas.openxmlformats.org/officeDocument/2006/relationships/image" Target="../media/image3.emf"/><Relationship Id="rId5" Type="http://schemas.openxmlformats.org/officeDocument/2006/relationships/tags" Target="../tags/tag669.xml"/><Relationship Id="rId10" Type="http://schemas.openxmlformats.org/officeDocument/2006/relationships/oleObject" Target="../embeddings/oleObject90.bin"/><Relationship Id="rId4" Type="http://schemas.openxmlformats.org/officeDocument/2006/relationships/tags" Target="../tags/tag668.xml"/><Relationship Id="rId9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8" Type="http://schemas.openxmlformats.org/officeDocument/2006/relationships/tags" Target="../tags/tag679.xml"/><Relationship Id="rId3" Type="http://schemas.openxmlformats.org/officeDocument/2006/relationships/tags" Target="../tags/tag674.xml"/><Relationship Id="rId7" Type="http://schemas.openxmlformats.org/officeDocument/2006/relationships/tags" Target="../tags/tag678.xml"/><Relationship Id="rId12" Type="http://schemas.openxmlformats.org/officeDocument/2006/relationships/image" Target="../media/image1.emf"/><Relationship Id="rId2" Type="http://schemas.openxmlformats.org/officeDocument/2006/relationships/tags" Target="../tags/tag673.xml"/><Relationship Id="rId1" Type="http://schemas.openxmlformats.org/officeDocument/2006/relationships/vmlDrawing" Target="../drawings/vmlDrawing91.vml"/><Relationship Id="rId6" Type="http://schemas.openxmlformats.org/officeDocument/2006/relationships/tags" Target="../tags/tag677.xml"/><Relationship Id="rId11" Type="http://schemas.openxmlformats.org/officeDocument/2006/relationships/oleObject" Target="../embeddings/oleObject91.bin"/><Relationship Id="rId5" Type="http://schemas.openxmlformats.org/officeDocument/2006/relationships/tags" Target="../tags/tag676.xml"/><Relationship Id="rId10" Type="http://schemas.openxmlformats.org/officeDocument/2006/relationships/slideMaster" Target="../slideMasters/slideMaster6.xml"/><Relationship Id="rId4" Type="http://schemas.openxmlformats.org/officeDocument/2006/relationships/tags" Target="../tags/tag675.xml"/><Relationship Id="rId9" Type="http://schemas.openxmlformats.org/officeDocument/2006/relationships/tags" Target="../tags/tag680.xml"/></Relationships>
</file>

<file path=ppt/slideLayouts/_rels/slideLayout91.xml.rels><?xml version="1.0" encoding="UTF-8" standalone="yes"?>
<Relationships xmlns="http://schemas.openxmlformats.org/package/2006/relationships"><Relationship Id="rId8" Type="http://schemas.openxmlformats.org/officeDocument/2006/relationships/tags" Target="../tags/tag687.xml"/><Relationship Id="rId3" Type="http://schemas.openxmlformats.org/officeDocument/2006/relationships/tags" Target="../tags/tag682.xml"/><Relationship Id="rId7" Type="http://schemas.openxmlformats.org/officeDocument/2006/relationships/tags" Target="../tags/tag686.xml"/><Relationship Id="rId12" Type="http://schemas.openxmlformats.org/officeDocument/2006/relationships/image" Target="../media/image1.emf"/><Relationship Id="rId2" Type="http://schemas.openxmlformats.org/officeDocument/2006/relationships/tags" Target="../tags/tag681.xml"/><Relationship Id="rId1" Type="http://schemas.openxmlformats.org/officeDocument/2006/relationships/vmlDrawing" Target="../drawings/vmlDrawing92.vml"/><Relationship Id="rId6" Type="http://schemas.openxmlformats.org/officeDocument/2006/relationships/tags" Target="../tags/tag685.xml"/><Relationship Id="rId11" Type="http://schemas.openxmlformats.org/officeDocument/2006/relationships/oleObject" Target="../embeddings/oleObject92.bin"/><Relationship Id="rId5" Type="http://schemas.openxmlformats.org/officeDocument/2006/relationships/tags" Target="../tags/tag684.xml"/><Relationship Id="rId10" Type="http://schemas.openxmlformats.org/officeDocument/2006/relationships/slideMaster" Target="../slideMasters/slideMaster6.xml"/><Relationship Id="rId4" Type="http://schemas.openxmlformats.org/officeDocument/2006/relationships/tags" Target="../tags/tag683.xml"/><Relationship Id="rId9" Type="http://schemas.openxmlformats.org/officeDocument/2006/relationships/tags" Target="../tags/tag688.xml"/></Relationships>
</file>

<file path=ppt/slideLayouts/_rels/slideLayout92.xml.rels><?xml version="1.0" encoding="UTF-8" standalone="yes"?>
<Relationships xmlns="http://schemas.openxmlformats.org/package/2006/relationships"><Relationship Id="rId8" Type="http://schemas.openxmlformats.org/officeDocument/2006/relationships/tags" Target="../tags/tag695.xml"/><Relationship Id="rId3" Type="http://schemas.openxmlformats.org/officeDocument/2006/relationships/tags" Target="../tags/tag690.xml"/><Relationship Id="rId7" Type="http://schemas.openxmlformats.org/officeDocument/2006/relationships/tags" Target="../tags/tag694.xml"/><Relationship Id="rId12" Type="http://schemas.openxmlformats.org/officeDocument/2006/relationships/image" Target="../media/image1.emf"/><Relationship Id="rId2" Type="http://schemas.openxmlformats.org/officeDocument/2006/relationships/tags" Target="../tags/tag689.xml"/><Relationship Id="rId1" Type="http://schemas.openxmlformats.org/officeDocument/2006/relationships/vmlDrawing" Target="../drawings/vmlDrawing93.vml"/><Relationship Id="rId6" Type="http://schemas.openxmlformats.org/officeDocument/2006/relationships/tags" Target="../tags/tag693.xml"/><Relationship Id="rId11" Type="http://schemas.openxmlformats.org/officeDocument/2006/relationships/oleObject" Target="../embeddings/oleObject93.bin"/><Relationship Id="rId5" Type="http://schemas.openxmlformats.org/officeDocument/2006/relationships/tags" Target="../tags/tag692.xml"/><Relationship Id="rId10" Type="http://schemas.openxmlformats.org/officeDocument/2006/relationships/slideMaster" Target="../slideMasters/slideMaster6.xml"/><Relationship Id="rId4" Type="http://schemas.openxmlformats.org/officeDocument/2006/relationships/tags" Target="../tags/tag691.xml"/><Relationship Id="rId9" Type="http://schemas.openxmlformats.org/officeDocument/2006/relationships/tags" Target="../tags/tag696.xml"/></Relationships>
</file>

<file path=ppt/slideLayouts/_rels/slideLayout93.xml.rels><?xml version="1.0" encoding="UTF-8" standalone="yes"?>
<Relationships xmlns="http://schemas.openxmlformats.org/package/2006/relationships"><Relationship Id="rId8" Type="http://schemas.openxmlformats.org/officeDocument/2006/relationships/tags" Target="../tags/tag703.xml"/><Relationship Id="rId3" Type="http://schemas.openxmlformats.org/officeDocument/2006/relationships/tags" Target="../tags/tag698.xml"/><Relationship Id="rId7" Type="http://schemas.openxmlformats.org/officeDocument/2006/relationships/tags" Target="../tags/tag702.xml"/><Relationship Id="rId12" Type="http://schemas.openxmlformats.org/officeDocument/2006/relationships/image" Target="../media/image4.emf"/><Relationship Id="rId2" Type="http://schemas.openxmlformats.org/officeDocument/2006/relationships/tags" Target="../tags/tag697.xml"/><Relationship Id="rId1" Type="http://schemas.openxmlformats.org/officeDocument/2006/relationships/vmlDrawing" Target="../drawings/vmlDrawing94.vml"/><Relationship Id="rId6" Type="http://schemas.openxmlformats.org/officeDocument/2006/relationships/tags" Target="../tags/tag701.xml"/><Relationship Id="rId11" Type="http://schemas.openxmlformats.org/officeDocument/2006/relationships/oleObject" Target="../embeddings/oleObject94.bin"/><Relationship Id="rId5" Type="http://schemas.openxmlformats.org/officeDocument/2006/relationships/tags" Target="../tags/tag700.xml"/><Relationship Id="rId10" Type="http://schemas.openxmlformats.org/officeDocument/2006/relationships/slideMaster" Target="../slideMasters/slideMaster6.xml"/><Relationship Id="rId4" Type="http://schemas.openxmlformats.org/officeDocument/2006/relationships/tags" Target="../tags/tag699.xml"/><Relationship Id="rId9" Type="http://schemas.openxmlformats.org/officeDocument/2006/relationships/tags" Target="../tags/tag704.xml"/></Relationships>
</file>

<file path=ppt/slideLayouts/_rels/slideLayout94.xml.rels><?xml version="1.0" encoding="UTF-8" standalone="yes"?>
<Relationships xmlns="http://schemas.openxmlformats.org/package/2006/relationships"><Relationship Id="rId8" Type="http://schemas.openxmlformats.org/officeDocument/2006/relationships/tags" Target="../tags/tag711.xml"/><Relationship Id="rId3" Type="http://schemas.openxmlformats.org/officeDocument/2006/relationships/tags" Target="../tags/tag706.xml"/><Relationship Id="rId7" Type="http://schemas.openxmlformats.org/officeDocument/2006/relationships/tags" Target="../tags/tag710.xml"/><Relationship Id="rId12" Type="http://schemas.openxmlformats.org/officeDocument/2006/relationships/image" Target="../media/image1.emf"/><Relationship Id="rId2" Type="http://schemas.openxmlformats.org/officeDocument/2006/relationships/tags" Target="../tags/tag705.xml"/><Relationship Id="rId1" Type="http://schemas.openxmlformats.org/officeDocument/2006/relationships/vmlDrawing" Target="../drawings/vmlDrawing95.vml"/><Relationship Id="rId6" Type="http://schemas.openxmlformats.org/officeDocument/2006/relationships/tags" Target="../tags/tag709.xml"/><Relationship Id="rId11" Type="http://schemas.openxmlformats.org/officeDocument/2006/relationships/oleObject" Target="../embeddings/oleObject95.bin"/><Relationship Id="rId5" Type="http://schemas.openxmlformats.org/officeDocument/2006/relationships/tags" Target="../tags/tag708.xml"/><Relationship Id="rId10" Type="http://schemas.openxmlformats.org/officeDocument/2006/relationships/slideMaster" Target="../slideMasters/slideMaster6.xml"/><Relationship Id="rId4" Type="http://schemas.openxmlformats.org/officeDocument/2006/relationships/tags" Target="../tags/tag707.xml"/><Relationship Id="rId9" Type="http://schemas.openxmlformats.org/officeDocument/2006/relationships/tags" Target="../tags/tag712.xml"/></Relationships>
</file>

<file path=ppt/slideLayouts/_rels/slideLayout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tags" Target="../tags/tag714.xml"/><Relationship Id="rId7" Type="http://schemas.openxmlformats.org/officeDocument/2006/relationships/oleObject" Target="../embeddings/oleObject96.bin"/><Relationship Id="rId2" Type="http://schemas.openxmlformats.org/officeDocument/2006/relationships/tags" Target="../tags/tag713.xml"/><Relationship Id="rId1" Type="http://schemas.openxmlformats.org/officeDocument/2006/relationships/vmlDrawing" Target="../drawings/vmlDrawing96.vml"/><Relationship Id="rId6" Type="http://schemas.openxmlformats.org/officeDocument/2006/relationships/slideMaster" Target="../slideMasters/slideMaster6.xml"/><Relationship Id="rId5" Type="http://schemas.openxmlformats.org/officeDocument/2006/relationships/tags" Target="../tags/tag716.xml"/><Relationship Id="rId4" Type="http://schemas.openxmlformats.org/officeDocument/2006/relationships/tags" Target="../tags/tag715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tags" Target="../tags/tag718.xml"/><Relationship Id="rId2" Type="http://schemas.openxmlformats.org/officeDocument/2006/relationships/tags" Target="../tags/tag717.xml"/><Relationship Id="rId1" Type="http://schemas.openxmlformats.org/officeDocument/2006/relationships/vmlDrawing" Target="../drawings/vmlDrawing97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97.bin"/><Relationship Id="rId4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8" Type="http://schemas.openxmlformats.org/officeDocument/2006/relationships/tags" Target="../tags/tag725.xml"/><Relationship Id="rId3" Type="http://schemas.openxmlformats.org/officeDocument/2006/relationships/tags" Target="../tags/tag720.xml"/><Relationship Id="rId7" Type="http://schemas.openxmlformats.org/officeDocument/2006/relationships/tags" Target="../tags/tag724.xml"/><Relationship Id="rId2" Type="http://schemas.openxmlformats.org/officeDocument/2006/relationships/tags" Target="../tags/tag719.xml"/><Relationship Id="rId1" Type="http://schemas.openxmlformats.org/officeDocument/2006/relationships/vmlDrawing" Target="../drawings/vmlDrawing98.vml"/><Relationship Id="rId6" Type="http://schemas.openxmlformats.org/officeDocument/2006/relationships/tags" Target="../tags/tag723.xml"/><Relationship Id="rId11" Type="http://schemas.openxmlformats.org/officeDocument/2006/relationships/image" Target="../media/image1.emf"/><Relationship Id="rId5" Type="http://schemas.openxmlformats.org/officeDocument/2006/relationships/tags" Target="../tags/tag722.xml"/><Relationship Id="rId10" Type="http://schemas.openxmlformats.org/officeDocument/2006/relationships/oleObject" Target="../embeddings/oleObject98.bin"/><Relationship Id="rId4" Type="http://schemas.openxmlformats.org/officeDocument/2006/relationships/tags" Target="../tags/tag721.xml"/><Relationship Id="rId9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8" Type="http://schemas.openxmlformats.org/officeDocument/2006/relationships/tags" Target="../tags/tag732.xml"/><Relationship Id="rId3" Type="http://schemas.openxmlformats.org/officeDocument/2006/relationships/tags" Target="../tags/tag727.xml"/><Relationship Id="rId7" Type="http://schemas.openxmlformats.org/officeDocument/2006/relationships/tags" Target="../tags/tag731.xml"/><Relationship Id="rId2" Type="http://schemas.openxmlformats.org/officeDocument/2006/relationships/tags" Target="../tags/tag726.xml"/><Relationship Id="rId1" Type="http://schemas.openxmlformats.org/officeDocument/2006/relationships/vmlDrawing" Target="../drawings/vmlDrawing99.vml"/><Relationship Id="rId6" Type="http://schemas.openxmlformats.org/officeDocument/2006/relationships/tags" Target="../tags/tag730.xml"/><Relationship Id="rId11" Type="http://schemas.openxmlformats.org/officeDocument/2006/relationships/image" Target="../media/image1.emf"/><Relationship Id="rId5" Type="http://schemas.openxmlformats.org/officeDocument/2006/relationships/tags" Target="../tags/tag729.xml"/><Relationship Id="rId10" Type="http://schemas.openxmlformats.org/officeDocument/2006/relationships/oleObject" Target="../embeddings/oleObject99.bin"/><Relationship Id="rId4" Type="http://schemas.openxmlformats.org/officeDocument/2006/relationships/tags" Target="../tags/tag728.xml"/><Relationship Id="rId9" Type="http://schemas.openxmlformats.org/officeDocument/2006/relationships/slideMaster" Target="../slideMasters/slideMaster6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734.xml"/><Relationship Id="rId1" Type="http://schemas.openxmlformats.org/officeDocument/2006/relationships/tags" Target="../tags/tag733.xml"/></Relationships>
</file>

<file path=ppt/slideLayouts/_rels/slideLayout100.xml.rels><?xml version="1.0" encoding="UTF-8" standalone="yes"?>
<Relationships xmlns="http://schemas.openxmlformats.org/package/2006/relationships"><Relationship Id="rId8" Type="http://schemas.openxmlformats.org/officeDocument/2006/relationships/tags" Target="../tags/tag741.xml"/><Relationship Id="rId3" Type="http://schemas.openxmlformats.org/officeDocument/2006/relationships/tags" Target="../tags/tag736.xml"/><Relationship Id="rId7" Type="http://schemas.openxmlformats.org/officeDocument/2006/relationships/tags" Target="../tags/tag740.xml"/><Relationship Id="rId12" Type="http://schemas.openxmlformats.org/officeDocument/2006/relationships/image" Target="../media/image1.emf"/><Relationship Id="rId2" Type="http://schemas.openxmlformats.org/officeDocument/2006/relationships/tags" Target="../tags/tag735.xml"/><Relationship Id="rId1" Type="http://schemas.openxmlformats.org/officeDocument/2006/relationships/vmlDrawing" Target="../drawings/vmlDrawing100.vml"/><Relationship Id="rId6" Type="http://schemas.openxmlformats.org/officeDocument/2006/relationships/tags" Target="../tags/tag739.xml"/><Relationship Id="rId11" Type="http://schemas.openxmlformats.org/officeDocument/2006/relationships/oleObject" Target="../embeddings/oleObject100.bin"/><Relationship Id="rId5" Type="http://schemas.openxmlformats.org/officeDocument/2006/relationships/tags" Target="../tags/tag738.xml"/><Relationship Id="rId10" Type="http://schemas.openxmlformats.org/officeDocument/2006/relationships/slideMaster" Target="../slideMasters/slideMaster6.xml"/><Relationship Id="rId4" Type="http://schemas.openxmlformats.org/officeDocument/2006/relationships/tags" Target="../tags/tag737.xml"/><Relationship Id="rId9" Type="http://schemas.openxmlformats.org/officeDocument/2006/relationships/tags" Target="../tags/tag742.xml"/></Relationships>
</file>

<file path=ppt/slideLayouts/_rels/slideLayout10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2.bin"/><Relationship Id="rId3" Type="http://schemas.openxmlformats.org/officeDocument/2006/relationships/tags" Target="../tags/tag765.xml"/><Relationship Id="rId7" Type="http://schemas.openxmlformats.org/officeDocument/2006/relationships/slideMaster" Target="../slideMasters/slideMaster7.xml"/><Relationship Id="rId2" Type="http://schemas.openxmlformats.org/officeDocument/2006/relationships/tags" Target="../tags/tag764.xml"/><Relationship Id="rId1" Type="http://schemas.openxmlformats.org/officeDocument/2006/relationships/vmlDrawing" Target="../drawings/vmlDrawing102.vml"/><Relationship Id="rId6" Type="http://schemas.openxmlformats.org/officeDocument/2006/relationships/tags" Target="../tags/tag768.xml"/><Relationship Id="rId5" Type="http://schemas.openxmlformats.org/officeDocument/2006/relationships/tags" Target="../tags/tag767.xml"/><Relationship Id="rId4" Type="http://schemas.openxmlformats.org/officeDocument/2006/relationships/tags" Target="../tags/tag766.xml"/><Relationship Id="rId9" Type="http://schemas.openxmlformats.org/officeDocument/2006/relationships/image" Target="../media/image3.emf"/></Relationships>
</file>

<file path=ppt/slideLayouts/_rels/slideLayout102.xml.rels><?xml version="1.0" encoding="UTF-8" standalone="yes"?>
<Relationships xmlns="http://schemas.openxmlformats.org/package/2006/relationships"><Relationship Id="rId8" Type="http://schemas.openxmlformats.org/officeDocument/2006/relationships/tags" Target="../tags/tag775.xml"/><Relationship Id="rId3" Type="http://schemas.openxmlformats.org/officeDocument/2006/relationships/tags" Target="../tags/tag770.xml"/><Relationship Id="rId7" Type="http://schemas.openxmlformats.org/officeDocument/2006/relationships/tags" Target="../tags/tag774.xml"/><Relationship Id="rId2" Type="http://schemas.openxmlformats.org/officeDocument/2006/relationships/tags" Target="../tags/tag769.xml"/><Relationship Id="rId1" Type="http://schemas.openxmlformats.org/officeDocument/2006/relationships/vmlDrawing" Target="../drawings/vmlDrawing103.vml"/><Relationship Id="rId6" Type="http://schemas.openxmlformats.org/officeDocument/2006/relationships/tags" Target="../tags/tag773.xml"/><Relationship Id="rId11" Type="http://schemas.openxmlformats.org/officeDocument/2006/relationships/image" Target="../media/image1.emf"/><Relationship Id="rId5" Type="http://schemas.openxmlformats.org/officeDocument/2006/relationships/tags" Target="../tags/tag772.xml"/><Relationship Id="rId10" Type="http://schemas.openxmlformats.org/officeDocument/2006/relationships/oleObject" Target="../embeddings/oleObject103.bin"/><Relationship Id="rId4" Type="http://schemas.openxmlformats.org/officeDocument/2006/relationships/tags" Target="../tags/tag771.xml"/><Relationship Id="rId9" Type="http://schemas.openxmlformats.org/officeDocument/2006/relationships/slideMaster" Target="../slideMasters/slideMaster7.xml"/></Relationships>
</file>

<file path=ppt/slideLayouts/_rels/slideLayout10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7.xml"/><Relationship Id="rId3" Type="http://schemas.openxmlformats.org/officeDocument/2006/relationships/tags" Target="../tags/tag777.xml"/><Relationship Id="rId7" Type="http://schemas.openxmlformats.org/officeDocument/2006/relationships/tags" Target="../tags/tag781.xml"/><Relationship Id="rId2" Type="http://schemas.openxmlformats.org/officeDocument/2006/relationships/tags" Target="../tags/tag776.xml"/><Relationship Id="rId1" Type="http://schemas.openxmlformats.org/officeDocument/2006/relationships/vmlDrawing" Target="../drawings/vmlDrawing104.vml"/><Relationship Id="rId6" Type="http://schemas.openxmlformats.org/officeDocument/2006/relationships/tags" Target="../tags/tag780.xml"/><Relationship Id="rId5" Type="http://schemas.openxmlformats.org/officeDocument/2006/relationships/tags" Target="../tags/tag779.xml"/><Relationship Id="rId10" Type="http://schemas.openxmlformats.org/officeDocument/2006/relationships/image" Target="../media/image3.emf"/><Relationship Id="rId4" Type="http://schemas.openxmlformats.org/officeDocument/2006/relationships/tags" Target="../tags/tag778.xml"/><Relationship Id="rId9" Type="http://schemas.openxmlformats.org/officeDocument/2006/relationships/oleObject" Target="../embeddings/oleObject104.bin"/></Relationships>
</file>

<file path=ppt/slideLayouts/_rels/slideLayout10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7.xml"/><Relationship Id="rId3" Type="http://schemas.openxmlformats.org/officeDocument/2006/relationships/tags" Target="../tags/tag783.xml"/><Relationship Id="rId7" Type="http://schemas.openxmlformats.org/officeDocument/2006/relationships/tags" Target="../tags/tag787.xml"/><Relationship Id="rId2" Type="http://schemas.openxmlformats.org/officeDocument/2006/relationships/tags" Target="../tags/tag782.xml"/><Relationship Id="rId1" Type="http://schemas.openxmlformats.org/officeDocument/2006/relationships/vmlDrawing" Target="../drawings/vmlDrawing105.vml"/><Relationship Id="rId6" Type="http://schemas.openxmlformats.org/officeDocument/2006/relationships/tags" Target="../tags/tag786.xml"/><Relationship Id="rId5" Type="http://schemas.openxmlformats.org/officeDocument/2006/relationships/tags" Target="../tags/tag785.xml"/><Relationship Id="rId10" Type="http://schemas.openxmlformats.org/officeDocument/2006/relationships/image" Target="../media/image3.emf"/><Relationship Id="rId4" Type="http://schemas.openxmlformats.org/officeDocument/2006/relationships/tags" Target="../tags/tag784.xml"/><Relationship Id="rId9" Type="http://schemas.openxmlformats.org/officeDocument/2006/relationships/oleObject" Target="../embeddings/oleObject105.bin"/></Relationships>
</file>

<file path=ppt/slideLayouts/_rels/slideLayout10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7.xml"/><Relationship Id="rId3" Type="http://schemas.openxmlformats.org/officeDocument/2006/relationships/tags" Target="../tags/tag789.xml"/><Relationship Id="rId7" Type="http://schemas.openxmlformats.org/officeDocument/2006/relationships/tags" Target="../tags/tag793.xml"/><Relationship Id="rId2" Type="http://schemas.openxmlformats.org/officeDocument/2006/relationships/tags" Target="../tags/tag788.xml"/><Relationship Id="rId1" Type="http://schemas.openxmlformats.org/officeDocument/2006/relationships/vmlDrawing" Target="../drawings/vmlDrawing106.vml"/><Relationship Id="rId6" Type="http://schemas.openxmlformats.org/officeDocument/2006/relationships/tags" Target="../tags/tag792.xml"/><Relationship Id="rId5" Type="http://schemas.openxmlformats.org/officeDocument/2006/relationships/tags" Target="../tags/tag791.xml"/><Relationship Id="rId10" Type="http://schemas.openxmlformats.org/officeDocument/2006/relationships/image" Target="../media/image3.emf"/><Relationship Id="rId4" Type="http://schemas.openxmlformats.org/officeDocument/2006/relationships/tags" Target="../tags/tag790.xml"/><Relationship Id="rId9" Type="http://schemas.openxmlformats.org/officeDocument/2006/relationships/oleObject" Target="../embeddings/oleObject106.bin"/></Relationships>
</file>

<file path=ppt/slideLayouts/_rels/slideLayout106.xml.rels><?xml version="1.0" encoding="UTF-8" standalone="yes"?>
<Relationships xmlns="http://schemas.openxmlformats.org/package/2006/relationships"><Relationship Id="rId8" Type="http://schemas.openxmlformats.org/officeDocument/2006/relationships/tags" Target="../tags/tag800.xml"/><Relationship Id="rId3" Type="http://schemas.openxmlformats.org/officeDocument/2006/relationships/tags" Target="../tags/tag795.xml"/><Relationship Id="rId7" Type="http://schemas.openxmlformats.org/officeDocument/2006/relationships/tags" Target="../tags/tag799.xml"/><Relationship Id="rId2" Type="http://schemas.openxmlformats.org/officeDocument/2006/relationships/tags" Target="../tags/tag794.xml"/><Relationship Id="rId1" Type="http://schemas.openxmlformats.org/officeDocument/2006/relationships/vmlDrawing" Target="../drawings/vmlDrawing107.vml"/><Relationship Id="rId6" Type="http://schemas.openxmlformats.org/officeDocument/2006/relationships/tags" Target="../tags/tag798.xml"/><Relationship Id="rId11" Type="http://schemas.openxmlformats.org/officeDocument/2006/relationships/image" Target="../media/image3.emf"/><Relationship Id="rId5" Type="http://schemas.openxmlformats.org/officeDocument/2006/relationships/tags" Target="../tags/tag797.xml"/><Relationship Id="rId10" Type="http://schemas.openxmlformats.org/officeDocument/2006/relationships/oleObject" Target="../embeddings/oleObject107.bin"/><Relationship Id="rId4" Type="http://schemas.openxmlformats.org/officeDocument/2006/relationships/tags" Target="../tags/tag796.xml"/><Relationship Id="rId9" Type="http://schemas.openxmlformats.org/officeDocument/2006/relationships/slideMaster" Target="../slideMasters/slideMaster7.xml"/></Relationships>
</file>

<file path=ppt/slideLayouts/_rels/slideLayout107.xml.rels><?xml version="1.0" encoding="UTF-8" standalone="yes"?>
<Relationships xmlns="http://schemas.openxmlformats.org/package/2006/relationships"><Relationship Id="rId8" Type="http://schemas.openxmlformats.org/officeDocument/2006/relationships/tags" Target="../tags/tag807.xml"/><Relationship Id="rId13" Type="http://schemas.openxmlformats.org/officeDocument/2006/relationships/image" Target="../media/image2.png"/><Relationship Id="rId3" Type="http://schemas.openxmlformats.org/officeDocument/2006/relationships/tags" Target="../tags/tag802.xml"/><Relationship Id="rId7" Type="http://schemas.openxmlformats.org/officeDocument/2006/relationships/tags" Target="../tags/tag806.xml"/><Relationship Id="rId12" Type="http://schemas.openxmlformats.org/officeDocument/2006/relationships/image" Target="../media/image1.emf"/><Relationship Id="rId2" Type="http://schemas.openxmlformats.org/officeDocument/2006/relationships/tags" Target="../tags/tag801.xml"/><Relationship Id="rId1" Type="http://schemas.openxmlformats.org/officeDocument/2006/relationships/vmlDrawing" Target="../drawings/vmlDrawing108.vml"/><Relationship Id="rId6" Type="http://schemas.openxmlformats.org/officeDocument/2006/relationships/tags" Target="../tags/tag805.xml"/><Relationship Id="rId11" Type="http://schemas.openxmlformats.org/officeDocument/2006/relationships/oleObject" Target="../embeddings/oleObject108.bin"/><Relationship Id="rId5" Type="http://schemas.openxmlformats.org/officeDocument/2006/relationships/tags" Target="../tags/tag804.xml"/><Relationship Id="rId10" Type="http://schemas.openxmlformats.org/officeDocument/2006/relationships/slideMaster" Target="../slideMasters/slideMaster7.xml"/><Relationship Id="rId4" Type="http://schemas.openxmlformats.org/officeDocument/2006/relationships/tags" Target="../tags/tag803.xml"/><Relationship Id="rId9" Type="http://schemas.openxmlformats.org/officeDocument/2006/relationships/tags" Target="../tags/tag808.xml"/></Relationships>
</file>

<file path=ppt/slideLayouts/_rels/slideLayout108.xml.rels><?xml version="1.0" encoding="UTF-8" standalone="yes"?>
<Relationships xmlns="http://schemas.openxmlformats.org/package/2006/relationships"><Relationship Id="rId8" Type="http://schemas.openxmlformats.org/officeDocument/2006/relationships/tags" Target="../tags/tag815.xml"/><Relationship Id="rId13" Type="http://schemas.openxmlformats.org/officeDocument/2006/relationships/image" Target="../media/image2.png"/><Relationship Id="rId3" Type="http://schemas.openxmlformats.org/officeDocument/2006/relationships/tags" Target="../tags/tag810.xml"/><Relationship Id="rId7" Type="http://schemas.openxmlformats.org/officeDocument/2006/relationships/tags" Target="../tags/tag814.xml"/><Relationship Id="rId12" Type="http://schemas.openxmlformats.org/officeDocument/2006/relationships/image" Target="../media/image1.emf"/><Relationship Id="rId2" Type="http://schemas.openxmlformats.org/officeDocument/2006/relationships/tags" Target="../tags/tag809.xml"/><Relationship Id="rId1" Type="http://schemas.openxmlformats.org/officeDocument/2006/relationships/vmlDrawing" Target="../drawings/vmlDrawing109.vml"/><Relationship Id="rId6" Type="http://schemas.openxmlformats.org/officeDocument/2006/relationships/tags" Target="../tags/tag813.xml"/><Relationship Id="rId11" Type="http://schemas.openxmlformats.org/officeDocument/2006/relationships/oleObject" Target="../embeddings/oleObject109.bin"/><Relationship Id="rId5" Type="http://schemas.openxmlformats.org/officeDocument/2006/relationships/tags" Target="../tags/tag812.xml"/><Relationship Id="rId10" Type="http://schemas.openxmlformats.org/officeDocument/2006/relationships/slideMaster" Target="../slideMasters/slideMaster7.xml"/><Relationship Id="rId4" Type="http://schemas.openxmlformats.org/officeDocument/2006/relationships/tags" Target="../tags/tag811.xml"/><Relationship Id="rId9" Type="http://schemas.openxmlformats.org/officeDocument/2006/relationships/tags" Target="../tags/tag816.xml"/></Relationships>
</file>

<file path=ppt/slideLayouts/_rels/slideLayout109.xml.rels><?xml version="1.0" encoding="UTF-8" standalone="yes"?>
<Relationships xmlns="http://schemas.openxmlformats.org/package/2006/relationships"><Relationship Id="rId8" Type="http://schemas.openxmlformats.org/officeDocument/2006/relationships/tags" Target="../tags/tag823.xml"/><Relationship Id="rId13" Type="http://schemas.openxmlformats.org/officeDocument/2006/relationships/image" Target="../media/image3.emf"/><Relationship Id="rId3" Type="http://schemas.openxmlformats.org/officeDocument/2006/relationships/tags" Target="../tags/tag818.xml"/><Relationship Id="rId7" Type="http://schemas.openxmlformats.org/officeDocument/2006/relationships/tags" Target="../tags/tag822.xml"/><Relationship Id="rId12" Type="http://schemas.openxmlformats.org/officeDocument/2006/relationships/oleObject" Target="../embeddings/oleObject110.bin"/><Relationship Id="rId2" Type="http://schemas.openxmlformats.org/officeDocument/2006/relationships/tags" Target="../tags/tag817.xml"/><Relationship Id="rId1" Type="http://schemas.openxmlformats.org/officeDocument/2006/relationships/vmlDrawing" Target="../drawings/vmlDrawing110.vml"/><Relationship Id="rId6" Type="http://schemas.openxmlformats.org/officeDocument/2006/relationships/tags" Target="../tags/tag821.xml"/><Relationship Id="rId11" Type="http://schemas.openxmlformats.org/officeDocument/2006/relationships/slideMaster" Target="../slideMasters/slideMaster7.xml"/><Relationship Id="rId5" Type="http://schemas.openxmlformats.org/officeDocument/2006/relationships/tags" Target="../tags/tag820.xml"/><Relationship Id="rId10" Type="http://schemas.openxmlformats.org/officeDocument/2006/relationships/tags" Target="../tags/tag825.xml"/><Relationship Id="rId4" Type="http://schemas.openxmlformats.org/officeDocument/2006/relationships/tags" Target="../tags/tag819.xml"/><Relationship Id="rId9" Type="http://schemas.openxmlformats.org/officeDocument/2006/relationships/tags" Target="../tags/tag824.xml"/></Relationships>
</file>

<file path=ppt/slideLayouts/_rels/slideLayout110.xml.rels><?xml version="1.0" encoding="UTF-8" standalone="yes"?>
<Relationships xmlns="http://schemas.openxmlformats.org/package/2006/relationships"><Relationship Id="rId8" Type="http://schemas.openxmlformats.org/officeDocument/2006/relationships/tags" Target="../tags/tag832.xml"/><Relationship Id="rId13" Type="http://schemas.openxmlformats.org/officeDocument/2006/relationships/image" Target="../media/image6.jpg"/><Relationship Id="rId3" Type="http://schemas.openxmlformats.org/officeDocument/2006/relationships/tags" Target="../tags/tag827.xml"/><Relationship Id="rId7" Type="http://schemas.openxmlformats.org/officeDocument/2006/relationships/tags" Target="../tags/tag831.xml"/><Relationship Id="rId12" Type="http://schemas.openxmlformats.org/officeDocument/2006/relationships/image" Target="../media/image1.emf"/><Relationship Id="rId2" Type="http://schemas.openxmlformats.org/officeDocument/2006/relationships/tags" Target="../tags/tag826.xml"/><Relationship Id="rId1" Type="http://schemas.openxmlformats.org/officeDocument/2006/relationships/vmlDrawing" Target="../drawings/vmlDrawing111.vml"/><Relationship Id="rId6" Type="http://schemas.openxmlformats.org/officeDocument/2006/relationships/tags" Target="../tags/tag830.xml"/><Relationship Id="rId11" Type="http://schemas.openxmlformats.org/officeDocument/2006/relationships/oleObject" Target="../embeddings/oleObject111.bin"/><Relationship Id="rId5" Type="http://schemas.openxmlformats.org/officeDocument/2006/relationships/tags" Target="../tags/tag829.xml"/><Relationship Id="rId10" Type="http://schemas.openxmlformats.org/officeDocument/2006/relationships/slideMaster" Target="../slideMasters/slideMaster7.xml"/><Relationship Id="rId4" Type="http://schemas.openxmlformats.org/officeDocument/2006/relationships/tags" Target="../tags/tag828.xml"/><Relationship Id="rId9" Type="http://schemas.openxmlformats.org/officeDocument/2006/relationships/tags" Target="../tags/tag833.xml"/></Relationships>
</file>

<file path=ppt/slideLayouts/_rels/slideLayout111.xml.rels><?xml version="1.0" encoding="UTF-8" standalone="yes"?>
<Relationships xmlns="http://schemas.openxmlformats.org/package/2006/relationships"><Relationship Id="rId8" Type="http://schemas.openxmlformats.org/officeDocument/2006/relationships/tags" Target="../tags/tag840.xml"/><Relationship Id="rId3" Type="http://schemas.openxmlformats.org/officeDocument/2006/relationships/tags" Target="../tags/tag835.xml"/><Relationship Id="rId7" Type="http://schemas.openxmlformats.org/officeDocument/2006/relationships/tags" Target="../tags/tag839.xml"/><Relationship Id="rId12" Type="http://schemas.openxmlformats.org/officeDocument/2006/relationships/image" Target="../media/image3.emf"/><Relationship Id="rId2" Type="http://schemas.openxmlformats.org/officeDocument/2006/relationships/tags" Target="../tags/tag834.xml"/><Relationship Id="rId1" Type="http://schemas.openxmlformats.org/officeDocument/2006/relationships/vmlDrawing" Target="../drawings/vmlDrawing112.vml"/><Relationship Id="rId6" Type="http://schemas.openxmlformats.org/officeDocument/2006/relationships/tags" Target="../tags/tag838.xml"/><Relationship Id="rId11" Type="http://schemas.openxmlformats.org/officeDocument/2006/relationships/oleObject" Target="../embeddings/oleObject112.bin"/><Relationship Id="rId5" Type="http://schemas.openxmlformats.org/officeDocument/2006/relationships/tags" Target="../tags/tag837.xml"/><Relationship Id="rId10" Type="http://schemas.openxmlformats.org/officeDocument/2006/relationships/slideMaster" Target="../slideMasters/slideMaster7.xml"/><Relationship Id="rId4" Type="http://schemas.openxmlformats.org/officeDocument/2006/relationships/tags" Target="../tags/tag836.xml"/><Relationship Id="rId9" Type="http://schemas.openxmlformats.org/officeDocument/2006/relationships/tags" Target="../tags/tag841.xml"/></Relationships>
</file>

<file path=ppt/slideLayouts/_rels/slideLayout11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7.xml"/><Relationship Id="rId3" Type="http://schemas.openxmlformats.org/officeDocument/2006/relationships/tags" Target="../tags/tag843.xml"/><Relationship Id="rId7" Type="http://schemas.openxmlformats.org/officeDocument/2006/relationships/tags" Target="../tags/tag847.xml"/><Relationship Id="rId2" Type="http://schemas.openxmlformats.org/officeDocument/2006/relationships/tags" Target="../tags/tag842.xml"/><Relationship Id="rId1" Type="http://schemas.openxmlformats.org/officeDocument/2006/relationships/vmlDrawing" Target="../drawings/vmlDrawing113.vml"/><Relationship Id="rId6" Type="http://schemas.openxmlformats.org/officeDocument/2006/relationships/tags" Target="../tags/tag846.xml"/><Relationship Id="rId5" Type="http://schemas.openxmlformats.org/officeDocument/2006/relationships/tags" Target="../tags/tag845.xml"/><Relationship Id="rId10" Type="http://schemas.openxmlformats.org/officeDocument/2006/relationships/image" Target="../media/image3.emf"/><Relationship Id="rId4" Type="http://schemas.openxmlformats.org/officeDocument/2006/relationships/tags" Target="../tags/tag844.xml"/><Relationship Id="rId9" Type="http://schemas.openxmlformats.org/officeDocument/2006/relationships/oleObject" Target="../embeddings/oleObject113.bin"/></Relationships>
</file>

<file path=ppt/slideLayouts/_rels/slideLayout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tags" Target="../tags/tag849.xml"/><Relationship Id="rId7" Type="http://schemas.openxmlformats.org/officeDocument/2006/relationships/oleObject" Target="../embeddings/oleObject114.bin"/><Relationship Id="rId2" Type="http://schemas.openxmlformats.org/officeDocument/2006/relationships/tags" Target="../tags/tag848.xml"/><Relationship Id="rId1" Type="http://schemas.openxmlformats.org/officeDocument/2006/relationships/vmlDrawing" Target="../drawings/vmlDrawing114.vml"/><Relationship Id="rId6" Type="http://schemas.openxmlformats.org/officeDocument/2006/relationships/slideMaster" Target="../slideMasters/slideMaster7.xml"/><Relationship Id="rId5" Type="http://schemas.openxmlformats.org/officeDocument/2006/relationships/tags" Target="../tags/tag851.xml"/><Relationship Id="rId4" Type="http://schemas.openxmlformats.org/officeDocument/2006/relationships/tags" Target="../tags/tag850.xml"/><Relationship Id="rId9" Type="http://schemas.openxmlformats.org/officeDocument/2006/relationships/image" Target="../media/image2.png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tags" Target="../tags/tag853.xml"/><Relationship Id="rId2" Type="http://schemas.openxmlformats.org/officeDocument/2006/relationships/tags" Target="../tags/tag852.xml"/><Relationship Id="rId1" Type="http://schemas.openxmlformats.org/officeDocument/2006/relationships/vmlDrawing" Target="../drawings/vmlDrawing115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15.bin"/><Relationship Id="rId4" Type="http://schemas.openxmlformats.org/officeDocument/2006/relationships/slideMaster" Target="../slideMasters/slideMaster7.xml"/></Relationships>
</file>

<file path=ppt/slideLayouts/_rels/slideLayout1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6.bin"/><Relationship Id="rId3" Type="http://schemas.openxmlformats.org/officeDocument/2006/relationships/tags" Target="../tags/tag855.xml"/><Relationship Id="rId7" Type="http://schemas.openxmlformats.org/officeDocument/2006/relationships/slideMaster" Target="../slideMasters/slideMaster7.xml"/><Relationship Id="rId2" Type="http://schemas.openxmlformats.org/officeDocument/2006/relationships/tags" Target="../tags/tag854.xml"/><Relationship Id="rId1" Type="http://schemas.openxmlformats.org/officeDocument/2006/relationships/vmlDrawing" Target="../drawings/vmlDrawing116.vml"/><Relationship Id="rId6" Type="http://schemas.openxmlformats.org/officeDocument/2006/relationships/tags" Target="../tags/tag858.xml"/><Relationship Id="rId5" Type="http://schemas.openxmlformats.org/officeDocument/2006/relationships/tags" Target="../tags/tag857.xml"/><Relationship Id="rId4" Type="http://schemas.openxmlformats.org/officeDocument/2006/relationships/tags" Target="../tags/tag856.xml"/><Relationship Id="rId9" Type="http://schemas.openxmlformats.org/officeDocument/2006/relationships/image" Target="../media/image3.emf"/></Relationships>
</file>

<file path=ppt/slideLayouts/_rels/slideLayout116.xml.rels><?xml version="1.0" encoding="UTF-8" standalone="yes"?>
<Relationships xmlns="http://schemas.openxmlformats.org/package/2006/relationships"><Relationship Id="rId8" Type="http://schemas.openxmlformats.org/officeDocument/2006/relationships/tags" Target="../tags/tag865.xml"/><Relationship Id="rId3" Type="http://schemas.openxmlformats.org/officeDocument/2006/relationships/tags" Target="../tags/tag860.xml"/><Relationship Id="rId7" Type="http://schemas.openxmlformats.org/officeDocument/2006/relationships/tags" Target="../tags/tag864.xml"/><Relationship Id="rId12" Type="http://schemas.openxmlformats.org/officeDocument/2006/relationships/image" Target="../media/image4.emf"/><Relationship Id="rId2" Type="http://schemas.openxmlformats.org/officeDocument/2006/relationships/tags" Target="../tags/tag859.xml"/><Relationship Id="rId1" Type="http://schemas.openxmlformats.org/officeDocument/2006/relationships/vmlDrawing" Target="../drawings/vmlDrawing117.vml"/><Relationship Id="rId6" Type="http://schemas.openxmlformats.org/officeDocument/2006/relationships/tags" Target="../tags/tag863.xml"/><Relationship Id="rId11" Type="http://schemas.openxmlformats.org/officeDocument/2006/relationships/oleObject" Target="../embeddings/oleObject117.bin"/><Relationship Id="rId5" Type="http://schemas.openxmlformats.org/officeDocument/2006/relationships/tags" Target="../tags/tag862.xml"/><Relationship Id="rId10" Type="http://schemas.openxmlformats.org/officeDocument/2006/relationships/slideMaster" Target="../slideMasters/slideMaster7.xml"/><Relationship Id="rId4" Type="http://schemas.openxmlformats.org/officeDocument/2006/relationships/tags" Target="../tags/tag861.xml"/><Relationship Id="rId9" Type="http://schemas.openxmlformats.org/officeDocument/2006/relationships/tags" Target="../tags/tag866.xml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868.xml"/><Relationship Id="rId1" Type="http://schemas.openxmlformats.org/officeDocument/2006/relationships/tags" Target="../tags/tag867.xml"/></Relationships>
</file>

<file path=ppt/slideLayouts/_rels/slideLayout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tags" Target="../tags/tag870.xml"/><Relationship Id="rId7" Type="http://schemas.openxmlformats.org/officeDocument/2006/relationships/oleObject" Target="../embeddings/oleObject118.bin"/><Relationship Id="rId2" Type="http://schemas.openxmlformats.org/officeDocument/2006/relationships/tags" Target="../tags/tag869.xml"/><Relationship Id="rId1" Type="http://schemas.openxmlformats.org/officeDocument/2006/relationships/vmlDrawing" Target="../drawings/vmlDrawing118.vml"/><Relationship Id="rId6" Type="http://schemas.openxmlformats.org/officeDocument/2006/relationships/slideMaster" Target="../slideMasters/slideMaster7.xml"/><Relationship Id="rId5" Type="http://schemas.openxmlformats.org/officeDocument/2006/relationships/tags" Target="../tags/tag872.xml"/><Relationship Id="rId4" Type="http://schemas.openxmlformats.org/officeDocument/2006/relationships/tags" Target="../tags/tag87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018535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4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0" i="0" baseline="0" dirty="0">
              <a:solidFill>
                <a:schemeClr val="bg1"/>
              </a:solidFill>
              <a:latin typeface="Sakkal Majalla" panose="02000000000000000000" pitchFamily="2" charset="-78"/>
              <a:ea typeface="+mj-ea"/>
              <a:cs typeface="+mj-cs"/>
              <a:sym typeface="Sakkal Majalla" panose="02000000000000000000" pitchFamily="2" charset="-78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A2B502E-E2C5-4E67-811A-5A289649DC25}"/>
              </a:ext>
            </a:extLst>
          </p:cNvPr>
          <p:cNvSpPr/>
          <p:nvPr/>
        </p:nvSpPr>
        <p:spPr bwMode="ltGray">
          <a:xfrm>
            <a:off x="0" y="0"/>
            <a:ext cx="12192000" cy="6858000"/>
          </a:xfrm>
          <a:prstGeom prst="rect">
            <a:avLst/>
          </a:prstGeom>
          <a:solidFill>
            <a:srgbClr val="F6EFDE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2000" dirty="0">
              <a:solidFill>
                <a:srgbClr val="575757"/>
              </a:solidFill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 bwMode="auto">
          <a:xfrm>
            <a:off x="550800" y="5957352"/>
            <a:ext cx="9262259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/>
            </a:lvl1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 bwMode="auto">
          <a:xfrm>
            <a:off x="551941" y="5539743"/>
            <a:ext cx="9262259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 bwMode="auto">
          <a:xfrm>
            <a:off x="551941" y="4064480"/>
            <a:ext cx="9262259" cy="135421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28" name="TextBox 5"/>
          <p:cNvSpPr txBox="1">
            <a:spLocks noChangeArrowheads="1"/>
          </p:cNvSpPr>
          <p:nvPr/>
        </p:nvSpPr>
        <p:spPr bwMode="gray">
          <a:xfrm>
            <a:off x="35748" y="6308725"/>
            <a:ext cx="2831897" cy="503590"/>
          </a:xfrm>
          <a:prstGeom prst="rect">
            <a:avLst/>
          </a:prstGeom>
          <a:noFill/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</a:endParaRPr>
          </a:p>
          <a:p>
            <a:pPr algn="ctr" eaLnBrk="1" hangingPunct="1"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</a:rPr>
              <a:t>Regional Voluntary Carbon Market Company   </a:t>
            </a:r>
          </a:p>
        </p:txBody>
      </p:sp>
    </p:spTree>
    <p:extLst>
      <p:ext uri="{BB962C8B-B14F-4D97-AF65-F5344CB8AC3E}">
        <p14:creationId xmlns:p14="http://schemas.microsoft.com/office/powerpoint/2010/main" val="366688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773604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0" i="0" baseline="0" dirty="0">
              <a:solidFill>
                <a:schemeClr val="bg1"/>
              </a:solidFill>
              <a:latin typeface="Sakkal Majalla" panose="02000000000000000000" pitchFamily="2" charset="-78"/>
              <a:ea typeface="+mj-ea"/>
              <a:cs typeface="+mj-cs"/>
              <a:sym typeface="Sakkal Majalla" panose="02000000000000000000" pitchFamily="2" charset="-78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519011"/>
            <a:ext cx="11082528" cy="38472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b="1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954168"/>
            <a:ext cx="11082528" cy="27699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800" b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2" name="5. Source" hidden="1">
            <a:extLst>
              <a:ext uri="{FF2B5EF4-FFF2-40B4-BE49-F238E27FC236}">
                <a16:creationId xmlns:a16="http://schemas.microsoft.com/office/drawing/2014/main" id="{0A560AFD-B043-32A5-5AB6-A5DE5FD9B451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896736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9BA84E71-6FE7-4585-B82E-BE5603311945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53850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2"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9BA84E71-6FE7-4585-B82E-BE56033119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D62A08AB-557D-4245-84FA-9DB6B6C6845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A2582D75-79F8-4634-92EF-A9F0840C018B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2" name="5. Source" hidden="1">
            <a:extLst>
              <a:ext uri="{FF2B5EF4-FFF2-40B4-BE49-F238E27FC236}">
                <a16:creationId xmlns:a16="http://schemas.microsoft.com/office/drawing/2014/main" id="{AFED9B48-A2C7-772B-2338-18942B8FCD51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204816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C4F5195-E8F7-4A2F-B02E-643BB3D8838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406582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6"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C4F5195-E8F7-4A2F-B02E-643BB3D883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15EFC92-5E3D-4BDC-A378-85D30212A9E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4983596-431B-4F12-AA07-76914CD3DEE7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C08678F0-D6F9-73F0-5D13-66250D0C25DA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902473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749425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0"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DCF374B-2477-45CD-A00B-B8676A45ACD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FA764DC8-CEA6-42F3-8E66-7C768AAD275E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F0F693DD-6027-C8DA-DFE7-AF8D0FE12EFF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757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C6EE29E-F64A-419F-BFB0-EEDEB71953F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09904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4" name="think-cell Slide" r:id="rId10" imgW="592" imgH="591" progId="TCLayout.ActiveDocument.1">
                  <p:embed/>
                </p:oleObj>
              </mc:Choice>
              <mc:Fallback>
                <p:oleObj name="think-cell Slide" r:id="rId10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C6EE29E-F64A-419F-BFB0-EEDEB71953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9526043-F22A-4ED3-B0A1-DD7C4F83AF9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05712" y="3530068"/>
            <a:ext cx="9180576" cy="549381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5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1505712" y="4284630"/>
            <a:ext cx="9180576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556D1499-3230-4098-85B2-D4CC7CA621F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603931E8-C43A-FABE-CBD9-3EFB12249C80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03620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851925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8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67C50C85-5FB9-4798-A8A4-1DA5B9F3ACC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0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4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F6EFDE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anchor="b">
            <a:noAutofit/>
          </a:bodyPr>
          <a:lstStyle>
            <a:lvl1pPr>
              <a:defRPr>
                <a:solidFill>
                  <a:srgbClr val="007A3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6552B7E-7081-4EA8-9351-FE4C7216ADF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4" name="TextBox 5"/>
          <p:cNvSpPr txBox="1">
            <a:spLocks noChangeArrowheads="1"/>
          </p:cNvSpPr>
          <p:nvPr/>
        </p:nvSpPr>
        <p:spPr bwMode="gray">
          <a:xfrm>
            <a:off x="0" y="6354410"/>
            <a:ext cx="2876625" cy="503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  <p:sp>
        <p:nvSpPr>
          <p:cNvPr id="2" name="5. Source" hidden="1">
            <a:extLst>
              <a:ext uri="{FF2B5EF4-FFF2-40B4-BE49-F238E27FC236}">
                <a16:creationId xmlns:a16="http://schemas.microsoft.com/office/drawing/2014/main" id="{B657F6E0-54FD-E26A-6180-F714041DD60E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537890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43629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2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9D2CA90-0144-4292-9526-98A508F5317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0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4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F6EFDE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algn="l">
              <a:defRPr>
                <a:solidFill>
                  <a:srgbClr val="007A3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9C07342-0520-417C-B878-54C94CBD853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5" name="TextBox 5"/>
          <p:cNvSpPr txBox="1">
            <a:spLocks noChangeArrowheads="1"/>
          </p:cNvSpPr>
          <p:nvPr/>
        </p:nvSpPr>
        <p:spPr bwMode="gray">
          <a:xfrm>
            <a:off x="0" y="6354410"/>
            <a:ext cx="2876625" cy="503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  <p:sp>
        <p:nvSpPr>
          <p:cNvPr id="2" name="5. Source" hidden="1">
            <a:extLst>
              <a:ext uri="{FF2B5EF4-FFF2-40B4-BE49-F238E27FC236}">
                <a16:creationId xmlns:a16="http://schemas.microsoft.com/office/drawing/2014/main" id="{DAFDD9C8-5420-6B82-FCA5-CE4ECE8054AD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42396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903524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6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1725BD87-3C3D-45F6-BBCF-F06FD867659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4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F6EFDE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519011"/>
            <a:ext cx="5065776" cy="3847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54168"/>
            <a:ext cx="5065776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9BE4D1E-183A-499B-BFC7-798294EB7AE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5" name="TextBox 5"/>
          <p:cNvSpPr txBox="1">
            <a:spLocks noChangeArrowheads="1"/>
          </p:cNvSpPr>
          <p:nvPr/>
        </p:nvSpPr>
        <p:spPr bwMode="gray">
          <a:xfrm>
            <a:off x="0" y="6354410"/>
            <a:ext cx="2876625" cy="503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  <p:sp>
        <p:nvSpPr>
          <p:cNvPr id="2" name="5. Source" hidden="1">
            <a:extLst>
              <a:ext uri="{FF2B5EF4-FFF2-40B4-BE49-F238E27FC236}">
                <a16:creationId xmlns:a16="http://schemas.microsoft.com/office/drawing/2014/main" id="{56E3FE74-AC36-4A9C-D854-466F6DF4F720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550616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995994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0"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D668F04-7049-40BA-8D63-D8BBB692131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519011"/>
            <a:ext cx="6967728" cy="3847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5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F6EFDE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54168"/>
            <a:ext cx="69677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C393009-0681-4A8F-A1E9-19E10A949DC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4" name="TextBox 5"/>
          <p:cNvSpPr txBox="1">
            <a:spLocks noChangeArrowheads="1"/>
          </p:cNvSpPr>
          <p:nvPr/>
        </p:nvSpPr>
        <p:spPr bwMode="gray">
          <a:xfrm>
            <a:off x="0" y="6354410"/>
            <a:ext cx="2876625" cy="503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  <p:sp>
        <p:nvSpPr>
          <p:cNvPr id="2" name="5. Source" hidden="1">
            <a:extLst>
              <a:ext uri="{FF2B5EF4-FFF2-40B4-BE49-F238E27FC236}">
                <a16:creationId xmlns:a16="http://schemas.microsoft.com/office/drawing/2014/main" id="{15FE2792-BBD8-E81F-CBB6-B8122C970496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2346261" y="6498754"/>
            <a:ext cx="6967729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022724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519854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4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50854476-2923-4515-A585-4477FF86118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>
            <p:custDataLst>
              <p:tags r:id="rId4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F6EFDE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519011"/>
            <a:ext cx="7918704" cy="3847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54168"/>
            <a:ext cx="791870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DEC2F904-C5C8-4B39-9C46-6CA56144D86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4" name="TextBox 5"/>
          <p:cNvSpPr txBox="1">
            <a:spLocks noChangeArrowheads="1"/>
          </p:cNvSpPr>
          <p:nvPr/>
        </p:nvSpPr>
        <p:spPr bwMode="gray">
          <a:xfrm>
            <a:off x="0" y="6354410"/>
            <a:ext cx="2876625" cy="503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  <p:sp>
        <p:nvSpPr>
          <p:cNvPr id="2" name="5. Source" hidden="1">
            <a:extLst>
              <a:ext uri="{FF2B5EF4-FFF2-40B4-BE49-F238E27FC236}">
                <a16:creationId xmlns:a16="http://schemas.microsoft.com/office/drawing/2014/main" id="{EF97DEFC-4ADE-6073-CAB7-D3376A3FB69C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4433712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193651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8"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D5E1493-E8EF-4031-B447-85DA0B4181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CEB140E-B5F2-4B9D-9989-70325FFB30B8}"/>
              </a:ext>
            </a:extLst>
          </p:cNvPr>
          <p:cNvCxnSpPr>
            <a:cxnSpLocks/>
          </p:cNvCxnSpPr>
          <p:nvPr/>
        </p:nvCxnSpPr>
        <p:spPr bwMode="ltGray">
          <a:xfrm>
            <a:off x="0" y="928950"/>
            <a:ext cx="5038492" cy="0"/>
          </a:xfrm>
          <a:prstGeom prst="line">
            <a:avLst/>
          </a:prstGeom>
          <a:ln w="19050" cap="flat">
            <a:solidFill>
              <a:srgbClr val="C5A46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5"/>
          <p:cNvSpPr txBox="1">
            <a:spLocks noChangeArrowheads="1"/>
          </p:cNvSpPr>
          <p:nvPr/>
        </p:nvSpPr>
        <p:spPr bwMode="gray">
          <a:xfrm>
            <a:off x="0" y="6354410"/>
            <a:ext cx="2876625" cy="503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  <p:sp>
        <p:nvSpPr>
          <p:cNvPr id="3" name="5. Source" hidden="1">
            <a:extLst>
              <a:ext uri="{FF2B5EF4-FFF2-40B4-BE49-F238E27FC236}">
                <a16:creationId xmlns:a16="http://schemas.microsoft.com/office/drawing/2014/main" id="{FB407757-8F45-1715-D000-B6930ADAF555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7261066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86136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2" name="think-cell Slide" r:id="rId5" imgW="592" imgH="591" progId="TCLayout.ActiveDocument.1">
                  <p:embed/>
                </p:oleObj>
              </mc:Choice>
              <mc:Fallback>
                <p:oleObj name="think-cell Slide" r:id="rId5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A954CCC1-5027-4384-BFF6-B54153C697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>
            <a:spLocks noChangeArrowheads="1"/>
          </p:cNvSpPr>
          <p:nvPr/>
        </p:nvSpPr>
        <p:spPr bwMode="gray">
          <a:xfrm>
            <a:off x="3148998" y="3082571"/>
            <a:ext cx="5594614" cy="93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28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28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8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  <p:sp>
        <p:nvSpPr>
          <p:cNvPr id="3" name="5. Source" hidden="1">
            <a:extLst>
              <a:ext uri="{FF2B5EF4-FFF2-40B4-BE49-F238E27FC236}">
                <a16:creationId xmlns:a16="http://schemas.microsoft.com/office/drawing/2014/main" id="{673E495D-2F5D-07D3-42F6-0CF1D1B10B41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3834560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326262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6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221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884725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113DFDDF-7DA2-4E92-8555-8B9DB1295FAA}"/>
              </a:ext>
            </a:extLst>
          </p:cNvPr>
          <p:cNvSpPr>
            <a:spLocks noGrp="1"/>
          </p:cNvSpPr>
          <p:nvPr>
            <p:ph type="body" sz="quarter" idx="16" hasCustomPrompt="1"/>
            <p:custDataLst>
              <p:tags r:id="rId7"/>
            </p:custDataLst>
          </p:nvPr>
        </p:nvSpPr>
        <p:spPr>
          <a:xfrm>
            <a:off x="7156704" y="89320"/>
            <a:ext cx="4480560" cy="123111"/>
          </a:xfrm>
        </p:spPr>
        <p:txBody>
          <a:bodyPr vert="horz" wrap="square" lIns="0" tIns="0" rIns="0" bIns="0" rtlCol="0" anchor="ctr" anchorCtr="0">
            <a:spAutoFit/>
          </a:bodyPr>
          <a:lstStyle>
            <a:lvl1pPr algn="r">
              <a:defRPr lang="en-US" sz="800" dirty="0"/>
            </a:lvl1pPr>
          </a:lstStyle>
          <a:p>
            <a:pPr lvl="0" algn="r"/>
            <a:r>
              <a:rPr lang="en-US" dirty="0"/>
              <a:t>Chapter › Topic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07A6170-258A-B261-1AF0-84D322477F3A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7089569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BAF19FD1-F55B-47CA-98C2-847FF06FB465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7156704" y="89319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9" name="TextBox 5"/>
          <p:cNvSpPr txBox="1">
            <a:spLocks noChangeArrowheads="1"/>
          </p:cNvSpPr>
          <p:nvPr/>
        </p:nvSpPr>
        <p:spPr bwMode="gray">
          <a:xfrm>
            <a:off x="0" y="6354410"/>
            <a:ext cx="2876625" cy="503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</p:spTree>
    <p:extLst>
      <p:ext uri="{BB962C8B-B14F-4D97-AF65-F5344CB8AC3E}">
        <p14:creationId xmlns:p14="http://schemas.microsoft.com/office/powerpoint/2010/main" val="9565389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rast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874AF67-BBA0-48F4-BB9F-52963443351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752158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4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874AF67-BBA0-48F4-BB9F-5296344335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74AC7356-FF66-4AA7-8B9E-231A866C821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0" i="0" baseline="0" dirty="0">
              <a:solidFill>
                <a:schemeClr val="bg1"/>
              </a:solidFill>
              <a:latin typeface="Sakkal Majalla" panose="02000000000000000000" pitchFamily="2" charset="-78"/>
              <a:ea typeface="+mj-ea"/>
              <a:cs typeface="+mj-cs"/>
              <a:sym typeface="Sakkal Majalla" panose="02000000000000000000" pitchFamily="2" charset="-78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F09C2A4-9596-47A1-9592-B0C1A45EA2D5}"/>
              </a:ext>
            </a:extLst>
          </p:cNvPr>
          <p:cNvSpPr/>
          <p:nvPr/>
        </p:nvSpPr>
        <p:spPr bwMode="ltGray">
          <a:xfrm>
            <a:off x="-79207" y="0"/>
            <a:ext cx="12192000" cy="6858000"/>
          </a:xfrm>
          <a:prstGeom prst="rect">
            <a:avLst/>
          </a:prstGeom>
          <a:noFill/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kkal Majalla"/>
              <a:ea typeface="+mn-ea"/>
              <a:cs typeface="Sakkal Majalla" panose="02000000000000000000" pitchFamily="2" charset="-78"/>
              <a:sym typeface="Sakkal Majalla" panose="02000000000000000000" pitchFamily="2" charset="-78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B0F886C-842F-4754-A3C5-FE6EA61340E9}"/>
              </a:ext>
            </a:extLst>
          </p:cNvPr>
          <p:cNvSpPr/>
          <p:nvPr/>
        </p:nvSpPr>
        <p:spPr bwMode="ltGray">
          <a:xfrm>
            <a:off x="0" y="0"/>
            <a:ext cx="12192000" cy="6858000"/>
          </a:xfrm>
          <a:prstGeom prst="rect">
            <a:avLst/>
          </a:prstGeom>
          <a:noFill/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kkal Majalla"/>
              <a:ea typeface="+mn-ea"/>
              <a:cs typeface="Sakkal Majalla" panose="02000000000000000000" pitchFamily="2" charset="-78"/>
              <a:sym typeface="Sakkal Majalla" panose="02000000000000000000" pitchFamily="2" charset="-78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1FDDE8A-256D-4829-B32F-BD859FB5F5ED}"/>
              </a:ext>
            </a:extLst>
          </p:cNvPr>
          <p:cNvCxnSpPr/>
          <p:nvPr/>
        </p:nvCxnSpPr>
        <p:spPr bwMode="ltGray">
          <a:xfrm flipH="1">
            <a:off x="9861755" y="0"/>
            <a:ext cx="792000" cy="6858000"/>
          </a:xfrm>
          <a:prstGeom prst="line">
            <a:avLst/>
          </a:prstGeom>
          <a:noFill/>
          <a:ln w="9525" cap="flat" cmpd="sng" algn="ctr">
            <a:solidFill>
              <a:srgbClr val="C5A464"/>
            </a:solidFill>
            <a:prstDash val="solid"/>
          </a:ln>
          <a:effectLst/>
        </p:spPr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8FB1277-C889-44D0-82F1-6F0489B3E935}"/>
              </a:ext>
            </a:extLst>
          </p:cNvPr>
          <p:cNvCxnSpPr/>
          <p:nvPr/>
        </p:nvCxnSpPr>
        <p:spPr bwMode="ltGray">
          <a:xfrm flipH="1">
            <a:off x="10257755" y="0"/>
            <a:ext cx="273097" cy="6858000"/>
          </a:xfrm>
          <a:prstGeom prst="line">
            <a:avLst/>
          </a:prstGeom>
          <a:noFill/>
          <a:ln w="9525" cap="flat" cmpd="sng" algn="ctr">
            <a:solidFill>
              <a:srgbClr val="C5A464"/>
            </a:solidFill>
            <a:prstDash val="solid"/>
          </a:ln>
          <a:effectLst/>
        </p:spPr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59DDF78-CA46-462C-B558-B66B33EF961F}"/>
              </a:ext>
            </a:extLst>
          </p:cNvPr>
          <p:cNvCxnSpPr/>
          <p:nvPr/>
        </p:nvCxnSpPr>
        <p:spPr bwMode="ltGray">
          <a:xfrm>
            <a:off x="10394303" y="0"/>
            <a:ext cx="352355" cy="6858000"/>
          </a:xfrm>
          <a:prstGeom prst="line">
            <a:avLst/>
          </a:prstGeom>
          <a:noFill/>
          <a:ln w="9525" cap="flat" cmpd="sng" algn="ctr">
            <a:solidFill>
              <a:srgbClr val="C5A464"/>
            </a:solidFill>
            <a:prstDash val="solid"/>
          </a:ln>
          <a:effectLst/>
        </p:spPr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012EF80-669E-467D-830E-6D64592DDB75}"/>
              </a:ext>
            </a:extLst>
          </p:cNvPr>
          <p:cNvCxnSpPr/>
          <p:nvPr/>
        </p:nvCxnSpPr>
        <p:spPr bwMode="ltGray">
          <a:xfrm>
            <a:off x="10218426" y="0"/>
            <a:ext cx="1108335" cy="6858000"/>
          </a:xfrm>
          <a:prstGeom prst="line">
            <a:avLst/>
          </a:prstGeom>
          <a:noFill/>
          <a:ln w="9525" cap="flat" cmpd="sng" algn="ctr">
            <a:solidFill>
              <a:srgbClr val="C5A464"/>
            </a:solidFill>
            <a:prstDash val="solid"/>
          </a:ln>
          <a:effectLst/>
        </p:spPr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0F13AC0-947D-4153-A338-059DEAA92C07}"/>
              </a:ext>
            </a:extLst>
          </p:cNvPr>
          <p:cNvCxnSpPr/>
          <p:nvPr/>
        </p:nvCxnSpPr>
        <p:spPr bwMode="ltGray">
          <a:xfrm>
            <a:off x="9989574" y="0"/>
            <a:ext cx="2035278" cy="6858000"/>
          </a:xfrm>
          <a:prstGeom prst="line">
            <a:avLst/>
          </a:prstGeom>
          <a:noFill/>
          <a:ln w="9525" cap="flat" cmpd="sng" algn="ctr">
            <a:solidFill>
              <a:srgbClr val="C5A464"/>
            </a:solidFill>
            <a:prstDash val="solid"/>
          </a:ln>
          <a:effectLst/>
        </p:spPr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AB51C1B-E637-4DDB-BF5A-EA307BF66F38}"/>
              </a:ext>
            </a:extLst>
          </p:cNvPr>
          <p:cNvCxnSpPr/>
          <p:nvPr/>
        </p:nvCxnSpPr>
        <p:spPr bwMode="ltGray">
          <a:xfrm>
            <a:off x="9669772" y="0"/>
            <a:ext cx="2522228" cy="5338916"/>
          </a:xfrm>
          <a:prstGeom prst="line">
            <a:avLst/>
          </a:prstGeom>
          <a:noFill/>
          <a:ln w="9525" cap="flat" cmpd="sng" algn="ctr">
            <a:solidFill>
              <a:srgbClr val="C5A464"/>
            </a:solidFill>
            <a:prstDash val="solid"/>
          </a:ln>
          <a:effectLst/>
        </p:spPr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3226A6-30E7-4D1F-BB43-ACD8D7B5B88B}"/>
              </a:ext>
            </a:extLst>
          </p:cNvPr>
          <p:cNvCxnSpPr/>
          <p:nvPr/>
        </p:nvCxnSpPr>
        <p:spPr bwMode="ltGray">
          <a:xfrm>
            <a:off x="9242323" y="0"/>
            <a:ext cx="2949677" cy="4237703"/>
          </a:xfrm>
          <a:prstGeom prst="line">
            <a:avLst/>
          </a:prstGeom>
          <a:noFill/>
          <a:ln w="9525" cap="flat" cmpd="sng" algn="ctr">
            <a:solidFill>
              <a:srgbClr val="C5A464"/>
            </a:solidFill>
            <a:prstDash val="solid"/>
          </a:ln>
          <a:effectLst/>
        </p:spPr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072E105-B024-4048-B8A8-CFDBC69056A8}"/>
              </a:ext>
            </a:extLst>
          </p:cNvPr>
          <p:cNvCxnSpPr/>
          <p:nvPr/>
        </p:nvCxnSpPr>
        <p:spPr bwMode="ltGray">
          <a:xfrm>
            <a:off x="8662220" y="0"/>
            <a:ext cx="3529780" cy="3549445"/>
          </a:xfrm>
          <a:prstGeom prst="line">
            <a:avLst/>
          </a:prstGeom>
          <a:noFill/>
          <a:ln w="9525" cap="flat" cmpd="sng" algn="ctr">
            <a:solidFill>
              <a:srgbClr val="C5A464"/>
            </a:solidFill>
            <a:prstDash val="solid"/>
          </a:ln>
          <a:effectLst/>
        </p:spPr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8C6F0BD-7798-4350-8CD0-96E006716FB1}"/>
              </a:ext>
            </a:extLst>
          </p:cNvPr>
          <p:cNvCxnSpPr/>
          <p:nvPr/>
        </p:nvCxnSpPr>
        <p:spPr bwMode="ltGray">
          <a:xfrm>
            <a:off x="7747819" y="0"/>
            <a:ext cx="4444181" cy="3116826"/>
          </a:xfrm>
          <a:prstGeom prst="line">
            <a:avLst/>
          </a:prstGeom>
          <a:noFill/>
          <a:ln w="9525" cap="flat" cmpd="sng" algn="ctr">
            <a:solidFill>
              <a:srgbClr val="C5A464"/>
            </a:solidFill>
            <a:prstDash val="solid"/>
          </a:ln>
          <a:effectLst/>
        </p:spPr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8F71EE1-53F3-4962-BFA9-3606B34473C3}"/>
              </a:ext>
            </a:extLst>
          </p:cNvPr>
          <p:cNvCxnSpPr/>
          <p:nvPr/>
        </p:nvCxnSpPr>
        <p:spPr bwMode="ltGray">
          <a:xfrm>
            <a:off x="6312310" y="0"/>
            <a:ext cx="5879690" cy="2782529"/>
          </a:xfrm>
          <a:prstGeom prst="line">
            <a:avLst/>
          </a:prstGeom>
          <a:noFill/>
          <a:ln w="9525" cap="flat" cmpd="sng" algn="ctr">
            <a:solidFill>
              <a:srgbClr val="C5A464"/>
            </a:solidFill>
            <a:prstDash val="solid"/>
          </a:ln>
          <a:effectLst/>
        </p:spPr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9705469-4D1D-49A4-AD1F-6694E42397F4}"/>
              </a:ext>
            </a:extLst>
          </p:cNvPr>
          <p:cNvCxnSpPr/>
          <p:nvPr/>
        </p:nvCxnSpPr>
        <p:spPr bwMode="ltGray">
          <a:xfrm>
            <a:off x="3677014" y="0"/>
            <a:ext cx="8514986" cy="2566219"/>
          </a:xfrm>
          <a:prstGeom prst="line">
            <a:avLst/>
          </a:prstGeom>
          <a:noFill/>
          <a:ln w="9525" cap="flat" cmpd="sng" algn="ctr">
            <a:solidFill>
              <a:srgbClr val="C5A464"/>
            </a:solidFill>
            <a:prstDash val="solid"/>
          </a:ln>
          <a:effectLst/>
        </p:spPr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5A99199-C1B3-4EE6-BE05-E9F02E93EBF7}"/>
              </a:ext>
            </a:extLst>
          </p:cNvPr>
          <p:cNvCxnSpPr/>
          <p:nvPr/>
        </p:nvCxnSpPr>
        <p:spPr bwMode="ltGray">
          <a:xfrm>
            <a:off x="3310" y="395525"/>
            <a:ext cx="12188690" cy="1980083"/>
          </a:xfrm>
          <a:prstGeom prst="line">
            <a:avLst/>
          </a:prstGeom>
          <a:noFill/>
          <a:ln w="9525" cap="flat" cmpd="sng" algn="ctr">
            <a:solidFill>
              <a:srgbClr val="C5A464"/>
            </a:solidFill>
            <a:prstDash val="solid"/>
          </a:ln>
          <a:effectLst/>
        </p:spPr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8612D0A-B55A-45A7-AD37-192730824DBB}"/>
              </a:ext>
            </a:extLst>
          </p:cNvPr>
          <p:cNvCxnSpPr/>
          <p:nvPr/>
        </p:nvCxnSpPr>
        <p:spPr bwMode="ltGray">
          <a:xfrm>
            <a:off x="31450" y="1586457"/>
            <a:ext cx="12160550" cy="671415"/>
          </a:xfrm>
          <a:prstGeom prst="line">
            <a:avLst/>
          </a:prstGeom>
          <a:noFill/>
          <a:ln w="9525" cap="flat" cmpd="sng" algn="ctr">
            <a:solidFill>
              <a:srgbClr val="C5A464"/>
            </a:solidFill>
            <a:prstDash val="solid"/>
          </a:ln>
          <a:effectLst/>
        </p:spPr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87BF673-E19F-45D4-8E9E-6E7FEE899432}"/>
              </a:ext>
            </a:extLst>
          </p:cNvPr>
          <p:cNvCxnSpPr/>
          <p:nvPr/>
        </p:nvCxnSpPr>
        <p:spPr bwMode="ltGray">
          <a:xfrm flipV="1">
            <a:off x="-12415" y="2149578"/>
            <a:ext cx="12194582" cy="468261"/>
          </a:xfrm>
          <a:prstGeom prst="line">
            <a:avLst/>
          </a:prstGeom>
          <a:noFill/>
          <a:ln w="9525" cap="flat" cmpd="sng" algn="ctr">
            <a:solidFill>
              <a:srgbClr val="C5A464"/>
            </a:solidFill>
            <a:prstDash val="solid"/>
          </a:ln>
          <a:effectLst/>
        </p:spPr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3B76B6A-8469-4AD5-AB1C-50916CEB1B0C}"/>
              </a:ext>
            </a:extLst>
          </p:cNvPr>
          <p:cNvCxnSpPr/>
          <p:nvPr/>
        </p:nvCxnSpPr>
        <p:spPr bwMode="ltGray">
          <a:xfrm flipV="1">
            <a:off x="0" y="2089599"/>
            <a:ext cx="12192000" cy="1389568"/>
          </a:xfrm>
          <a:prstGeom prst="line">
            <a:avLst/>
          </a:prstGeom>
          <a:noFill/>
          <a:ln w="9525" cap="flat" cmpd="sng" algn="ctr">
            <a:solidFill>
              <a:srgbClr val="C5A464"/>
            </a:solidFill>
            <a:prstDash val="solid"/>
          </a:ln>
          <a:effectLst/>
        </p:spPr>
      </p:cxnSp>
      <p:sp>
        <p:nvSpPr>
          <p:cNvPr id="57" name="Documenttype">
            <a:extLst>
              <a:ext uri="{FF2B5EF4-FFF2-40B4-BE49-F238E27FC236}">
                <a16:creationId xmlns:a16="http://schemas.microsoft.com/office/drawing/2014/main" id="{8366FFD5-692C-4EA2-9804-0FB8290BFB67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 bwMode="auto">
          <a:xfrm>
            <a:off x="550800" y="5957352"/>
            <a:ext cx="9262259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58" name="Subtitle">
            <a:extLst>
              <a:ext uri="{FF2B5EF4-FFF2-40B4-BE49-F238E27FC236}">
                <a16:creationId xmlns:a16="http://schemas.microsoft.com/office/drawing/2014/main" id="{5F5EDB6E-C106-4020-A878-E069326BB8D8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 bwMode="auto">
          <a:xfrm>
            <a:off x="551941" y="5539743"/>
            <a:ext cx="9262259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9" name="Title">
            <a:extLst>
              <a:ext uri="{FF2B5EF4-FFF2-40B4-BE49-F238E27FC236}">
                <a16:creationId xmlns:a16="http://schemas.microsoft.com/office/drawing/2014/main" id="{20FE12FC-3C3B-4904-919C-1141CB80F9C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 bwMode="auto">
          <a:xfrm>
            <a:off x="551941" y="4064480"/>
            <a:ext cx="9262259" cy="135421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29" name="TextBox 5"/>
          <p:cNvSpPr txBox="1">
            <a:spLocks noChangeArrowheads="1"/>
          </p:cNvSpPr>
          <p:nvPr/>
        </p:nvSpPr>
        <p:spPr bwMode="gray">
          <a:xfrm>
            <a:off x="20942" y="6336156"/>
            <a:ext cx="2779232" cy="503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</p:spTree>
    <p:extLst>
      <p:ext uri="{BB962C8B-B14F-4D97-AF65-F5344CB8AC3E}">
        <p14:creationId xmlns:p14="http://schemas.microsoft.com/office/powerpoint/2010/main" val="31752005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rast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927018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8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ED3A330D-704F-4050-81F6-50A136E7860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3" name="2. Slide Title">
            <a:extLst>
              <a:ext uri="{FF2B5EF4-FFF2-40B4-BE49-F238E27FC236}">
                <a16:creationId xmlns:a16="http://schemas.microsoft.com/office/drawing/2014/main" id="{5C829ED6-90BF-4B02-AD53-C2B66EC5467C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519011"/>
            <a:ext cx="11082528" cy="38472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0F8ABF34-9C24-45F4-B9AE-EDBE37FAC548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954168"/>
            <a:ext cx="11082528" cy="27699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800" b="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0364ABB4-AE33-4DE9-A20C-DBDBFEC0CA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2" name="5. Source" hidden="1">
            <a:extLst>
              <a:ext uri="{FF2B5EF4-FFF2-40B4-BE49-F238E27FC236}">
                <a16:creationId xmlns:a16="http://schemas.microsoft.com/office/drawing/2014/main" id="{2397CC7C-6E05-16A7-1B9C-2ACA7F9DBF9A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5036318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rast 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6EDB0C68-81D8-4BCB-8FED-587D098337D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562185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2"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6EDB0C68-81D8-4BCB-8FED-587D098337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8EAA134-9792-4D41-898E-A83D3A4E3D6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06563"/>
            <a:ext cx="3813048" cy="86177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74A6D15-9D93-480F-A207-CA245151AE26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79744E48-04EF-4FA7-AF06-13E2E4A9BC5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1CD33240-9AD6-8BBB-BEB0-937DFBEB1521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9883247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rast 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10AAB5F-CF0A-4C58-81CA-92C1A8CB900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09647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6"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10AAB5F-CF0A-4C58-81CA-92C1A8CB90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DA53433-5DFE-4583-A5C0-DE3F3C3DDE8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8CFBA6B2-A084-4532-80C0-2629A5553A76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29A5BC72-B58B-4282-B0EA-EE79CC589D7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26BA4D47-841B-729B-19D2-B0A7D6FCC0D3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3736232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rast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98064E9-3153-4628-A7D5-81F8DEADB0D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12441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0"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98064E9-3153-4628-A7D5-81F8DEADB0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4FCABF2-1291-4CAB-A39C-0FDD2FD8A1F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E222DC4C-FD9F-4495-B0EA-3E6F1E35596A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C4B822-CA6B-4F05-8715-F74C6D5D34B1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8F89071A-FCD4-4931-B959-81108D770B1E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30E4A202-E32F-0094-5433-0EB2ED09CB30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9331696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rast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52273FB-3270-4181-86FF-C1D92782D49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951837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84" name="think-cell Slide" r:id="rId10" imgW="592" imgH="591" progId="TCLayout.ActiveDocument.1">
                  <p:embed/>
                </p:oleObj>
              </mc:Choice>
              <mc:Fallback>
                <p:oleObj name="think-cell Slide" r:id="rId10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52273FB-3270-4181-86FF-C1D92782D4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DE3D51E-EFF4-4CED-8D1C-0D351D7D327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FB296734-15F7-4BDF-BF7F-AD560B3E09D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05712" y="3530068"/>
            <a:ext cx="9180576" cy="549381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5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9" name="3. Subtitle">
            <a:extLst>
              <a:ext uri="{FF2B5EF4-FFF2-40B4-BE49-F238E27FC236}">
                <a16:creationId xmlns:a16="http://schemas.microsoft.com/office/drawing/2014/main" id="{F91EA195-0A6B-4141-BE0A-C29B8632D98B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1505712" y="4284630"/>
            <a:ext cx="9180576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085514-D1F6-4D77-A23F-C5C66C21AB2E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878CBA30-A797-424E-A56B-F43F015ECE96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399690D7-04C5-9226-0E5D-3292BED5B4B5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7617323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rast 1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3A3BA4A-22A3-4843-892F-E42C155B428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27987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8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3A3BA4A-22A3-4843-892F-E42C155B42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A2BA1E0C-CA9F-489D-B144-727B655BD19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0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4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7C125983-42A9-42F7-AA00-F56CD87B28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anchor="b">
            <a:noAutofit/>
          </a:bodyPr>
          <a:lstStyle>
            <a:lvl1pPr>
              <a:defRPr>
                <a:solidFill>
                  <a:srgbClr val="007A3C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D41FF9F-DFB7-4DFF-B338-08A2CA649393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E97B40B-AFF2-4819-823D-9831ADC756C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2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7AF0478-C3C6-4227-A632-3DBC8BB20147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ltGray">
          <a:xfrm>
            <a:off x="554735" y="6455415"/>
            <a:ext cx="1671151" cy="293623"/>
          </a:xfrm>
          <a:prstGeom prst="rect">
            <a:avLst/>
          </a:prstGeom>
        </p:spPr>
      </p:pic>
      <p:sp>
        <p:nvSpPr>
          <p:cNvPr id="13" name="TextBox 5"/>
          <p:cNvSpPr txBox="1">
            <a:spLocks noChangeArrowheads="1"/>
          </p:cNvSpPr>
          <p:nvPr/>
        </p:nvSpPr>
        <p:spPr bwMode="gray">
          <a:xfrm>
            <a:off x="20942" y="6336156"/>
            <a:ext cx="2779232" cy="5035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  <p:sp>
        <p:nvSpPr>
          <p:cNvPr id="2" name="5. Source" hidden="1">
            <a:extLst>
              <a:ext uri="{FF2B5EF4-FFF2-40B4-BE49-F238E27FC236}">
                <a16:creationId xmlns:a16="http://schemas.microsoft.com/office/drawing/2014/main" id="{0FF18D59-1E9F-2B65-F272-BF5A56B82193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7625770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rast 1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6AD2A36-39D2-411F-97A0-A924098965AA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920226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2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6AD2A36-39D2-411F-97A0-A92409896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6FA1A46-CC63-4D80-904D-B75922926F0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0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4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F2EA5A09-84EC-4368-8C76-0BEA141A433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algn="l">
              <a:defRPr>
                <a:solidFill>
                  <a:srgbClr val="007A3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4BAE0A91-D3D3-4C9A-9F81-3C13D960A341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2635D98B-97DC-4A80-82A3-A8B3C701B736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465575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2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0B66B85-04C3-4D52-A43D-2A281CF5F266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ltGray">
          <a:xfrm>
            <a:off x="554735" y="6455415"/>
            <a:ext cx="1671151" cy="293623"/>
          </a:xfrm>
          <a:prstGeom prst="rect">
            <a:avLst/>
          </a:prstGeom>
        </p:spPr>
      </p:pic>
      <p:sp>
        <p:nvSpPr>
          <p:cNvPr id="13" name="TextBox 5"/>
          <p:cNvSpPr txBox="1">
            <a:spLocks noChangeArrowheads="1"/>
          </p:cNvSpPr>
          <p:nvPr/>
        </p:nvSpPr>
        <p:spPr bwMode="gray">
          <a:xfrm>
            <a:off x="20942" y="6336156"/>
            <a:ext cx="2779232" cy="5035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  <p:sp>
        <p:nvSpPr>
          <p:cNvPr id="3" name="5. Source" hidden="1">
            <a:extLst>
              <a:ext uri="{FF2B5EF4-FFF2-40B4-BE49-F238E27FC236}">
                <a16:creationId xmlns:a16="http://schemas.microsoft.com/office/drawing/2014/main" id="{3399D1C0-BB82-6166-17D2-9D27FCC19B31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299604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F17EEF9-3DB9-4A02-BE2D-DE37DFD2B16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803112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6" name="think-cell Slide" r:id="rId12" imgW="592" imgH="591" progId="TCLayout.ActiveDocument.1">
                  <p:embed/>
                </p:oleObj>
              </mc:Choice>
              <mc:Fallback>
                <p:oleObj name="think-cell Slide" r:id="rId12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F17EEF9-3DB9-4A02-BE2D-DE37DFD2B1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F6D83EC-F243-46BA-8827-531E63D39DA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0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4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80B9914A-DB55-4BC1-945B-6BCB69651471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519011"/>
            <a:ext cx="5065776" cy="384721"/>
          </a:xfrm>
        </p:spPr>
        <p:txBody>
          <a:bodyPr/>
          <a:lstStyle>
            <a:lvl1pPr>
              <a:defRPr>
                <a:solidFill>
                  <a:srgbClr val="007A3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DFAFB1F1-9351-4B71-8B28-70BD6B35E3B1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54168"/>
            <a:ext cx="5065776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6404B0A-A2B8-4CC0-AACE-22B9A9D22DC4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2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gray">
          <a:xfrm>
            <a:off x="20942" y="6336156"/>
            <a:ext cx="2779232" cy="5035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70D9DDB-C26F-AB76-CD41-68D73C219ED9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  <p:grpSp>
        <p:nvGrpSpPr>
          <p:cNvPr id="5" name="Grid">
            <a:extLst>
              <a:ext uri="{FF2B5EF4-FFF2-40B4-BE49-F238E27FC236}">
                <a16:creationId xmlns:a16="http://schemas.microsoft.com/office/drawing/2014/main" id="{354DD1F3-260F-FA0A-FC2D-2F1A29A274E8}"/>
              </a:ext>
            </a:extLst>
          </p:cNvPr>
          <p:cNvGrpSpPr/>
          <p:nvPr userDrawn="1">
            <p:custDataLst>
              <p:tags r:id="rId10"/>
            </p:custDataLst>
          </p:nvPr>
        </p:nvGrpSpPr>
        <p:grpSpPr>
          <a:xfrm>
            <a:off x="1524" y="0"/>
            <a:ext cx="12190476" cy="6858000"/>
            <a:chOff x="0" y="0"/>
            <a:chExt cx="12190476" cy="6858000"/>
          </a:xfrm>
        </p:grpSpPr>
        <p:sp>
          <p:nvSpPr>
            <p:cNvPr id="6" name="slide margin">
              <a:extLst>
                <a:ext uri="{FF2B5EF4-FFF2-40B4-BE49-F238E27FC236}">
                  <a16:creationId xmlns:a16="http://schemas.microsoft.com/office/drawing/2014/main" id="{70ABBDFD-C04A-AB6E-A0DA-2E86CADCE583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A41E178-F9AB-E80A-587D-C09D411F603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813A99A-E31E-D718-4F1A-8930041EC587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4981FFE-ECBB-3618-8A1C-97A48407281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A5A693A-3706-C04A-1B1E-669D264EFC07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3818485-3609-29B1-4CD6-BE2467051FDC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8364670-7B88-589F-FAFF-5262E8B14B8B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91DB124-6D34-A11E-4ACB-BADFB817529C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B95482-8F9E-255A-E419-1DC256C63AAA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75B77FF-AFA0-D7D9-5F8D-34746FBBF34D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5E5CBA3-5991-5C90-C18F-D99A7CC98D44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D0E6D6A-184B-32F9-484A-353DEDFD3EAD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588FAA7-23BA-501D-5313-22FC1F8751D2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536E8D1-5427-2525-33D0-64D2520376B0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4F97E38-AC41-C889-3690-8E7522A93F73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2D1E43B-48A3-324A-659B-FDD647B9CEE7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A1312FF-6D69-DB7E-5D51-8403E16C6009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4D2D441-AF01-76F4-03E6-976ED245F33A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9ED84B1-3B95-BBE3-D248-CACDFB6B44B8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ED594EF-B41A-BB42-D0A8-3F0B3A1C0070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BD572FD-990B-3214-624B-187B1AE04DD0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B04F637-7E0A-2B5E-C97B-5DC15E856433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3C0E309-8BD9-8744-F981-2B9772E62ED0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F474B34-B582-3A65-F674-9CA93DF6211C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197CFCC-78B3-5B37-6200-70494793F85D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B8AC632-4F01-E775-765B-8B7AFC5835EB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B1C7171-E66E-BE8E-8924-9B149F90A488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1BA80F90-6733-C728-98D4-8C054783A3D6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7B5B226-4A41-4B3D-DC80-DB0C00173263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062DC8C-B5CE-1969-2A39-5B94D614E235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BFB4629-29FB-37B6-1144-6273BAEA5BA9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E729CDB3-80A3-85DE-C1F2-A25822D47B1E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44D9F1-0061-9906-10D9-BA9D3947E9E8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3E5A1F-7D8E-8E3E-CF43-3186A0565DE6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EE72D997-AA43-E143-0AB1-81ED4BCE2BB4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35B75B5-9994-DC3E-95FC-FA7447B0D4AE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9FB71FC-E198-F8D9-A45C-FC229356A282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97567304-F12E-F658-B3EC-90CB46DC3A4C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D378AAA9-11A4-1772-0EF5-8A735E64AF57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DDEDC3D-9F6F-59C6-D1AA-37A81F060F96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91593E6-D0D0-5EA5-AC93-4DDCAFD825E5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72B68B7-B461-B96F-44CD-C41281327A91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93FB291-6D27-2345-7B23-10C9BF528B5C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A013945-0447-F793-24B5-D42CED1A5B1B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2F8734C-3A56-146B-A8B9-0482AA0A0591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2DE7484F-1629-00DC-A82A-B1A8C788986C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3AA011A7-048A-DCFC-DC3F-4D8963939030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1CE967AB-EB48-A9EF-6B13-9893A5835224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8711331-E670-32B8-475D-C25BC5C007B6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34881A2-F6AE-2922-394D-7B3AD05C7F7F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184616CD-FE20-C53F-177A-DD59F07A6F22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9171A75E-3294-114C-0B57-F8C5241D5600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CD1FF427-12BC-B78F-83C1-97C4BE6C8F3D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C67AB55E-F5FF-0682-A85B-B576854BB740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07370B77-FDF7-EF45-1204-526CB8D59EA4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3D346E0-59FA-32AF-3F2E-93D361208AF6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4776714-AF65-A2B5-5570-1CBC52E4DA2D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AB898E5-A9B9-CE22-1B80-7C208F26E3AE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4037699-4370-1C2C-7E77-83DC6068B4C1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E6A34367-30B2-3A14-4DF7-8E3072E819A3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B6294EBB-9161-7B9F-7A16-C79DE5A0FF43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B3F9040A-B2E2-4D68-61DE-39A17B36F8FB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7D579372-2EC2-5BF7-9411-302D0C5D767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967D126-2430-DBF5-706E-2AD8D47AB57C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863BD5D6-CD23-3CB4-D138-4768CF6C4AB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C31FECB-05E9-6A84-E10B-80ED60AEE087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ACBA2FFB-5A05-6E5D-4E4B-ECCAFF9FCA56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2DC49078-C7C2-1D69-183E-6AB07A0FDC7C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43F49C02-34D9-AA16-95F7-9F409262D320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C73AC594-61D4-6112-2891-9B56E33B863B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6B423F5D-7FDA-750A-87C9-BC804D33DA6D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9C393BDD-3EC5-4721-2BA5-FF85EDB8988C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9D8B6643-09E6-A042-5913-AC27A41E7079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BB303700-C5D1-9D1A-5519-E63280074517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5BCA80E-08D6-9AEF-26F9-4A505B22EA0E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CE907465-8462-CA71-53A7-B605AE53EC02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FCBD1638-8B1B-85E0-EA80-11FF500CE037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8A5B625D-8CE4-AAFB-CD1D-C57832639772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1341F9D8-6154-06A4-0335-7CBD7CF10B3E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D15CA987-9AC8-03FD-B3E1-1766E470431A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2AEBCEE8-9694-C377-8750-59A32812A42B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63264765-A3DC-C942-7DB1-2EF36D6D1693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main body box">
              <a:extLst>
                <a:ext uri="{FF2B5EF4-FFF2-40B4-BE49-F238E27FC236}">
                  <a16:creationId xmlns:a16="http://schemas.microsoft.com/office/drawing/2014/main" id="{9C2EC8BE-FF54-2F1E-F262-9C76F8202931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FFE24D2C-9790-87B1-ADA8-8B6C4D7DC07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8F196146-69DB-6683-A781-27141D1B8954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</p:spTree>
    <p:extLst>
      <p:ext uri="{BB962C8B-B14F-4D97-AF65-F5344CB8AC3E}">
        <p14:creationId xmlns:p14="http://schemas.microsoft.com/office/powerpoint/2010/main" val="19262174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731908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0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C7B8DBD3-5ABF-4E0A-9F2E-53C58888D156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0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E1D61C74-F3E2-42EF-998D-BEC7B3EBD0BC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519011"/>
            <a:ext cx="6967728" cy="384721"/>
          </a:xfrm>
        </p:spPr>
        <p:txBody>
          <a:bodyPr/>
          <a:lstStyle>
            <a:lvl1pPr>
              <a:defRPr>
                <a:solidFill>
                  <a:srgbClr val="007A3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5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48CA3F7F-79C3-4776-BD80-2B6BECA0AF60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54168"/>
            <a:ext cx="69677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6F53EF37-F1B6-47E2-A119-A2386F59B295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2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gray">
          <a:xfrm>
            <a:off x="20942" y="6336156"/>
            <a:ext cx="2779232" cy="5035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  <p:sp>
        <p:nvSpPr>
          <p:cNvPr id="2" name="5. Source" hidden="1">
            <a:extLst>
              <a:ext uri="{FF2B5EF4-FFF2-40B4-BE49-F238E27FC236}">
                <a16:creationId xmlns:a16="http://schemas.microsoft.com/office/drawing/2014/main" id="{96763587-F16B-883D-AF2B-0044901D4602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2346261" y="6498754"/>
            <a:ext cx="6967729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9684937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B19533A-7C36-4239-BCB1-336E4EF4EA9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846573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4"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B19533A-7C36-4239-BCB1-336E4EF4EA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F05418DB-2F6D-4E1E-889F-DE7C7630E9D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0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2" name="RectangleLight">
            <a:extLst>
              <a:ext uri="{FF2B5EF4-FFF2-40B4-BE49-F238E27FC236}">
                <a16:creationId xmlns:a16="http://schemas.microsoft.com/office/drawing/2014/main" id="{65BA59B8-E166-40EF-A08B-73C27149A153}"/>
              </a:ext>
            </a:extLst>
          </p:cNvPr>
          <p:cNvSpPr/>
          <p:nvPr>
            <p:custDataLst>
              <p:tags r:id="rId4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80B9914A-DB55-4BC1-945B-6BCB69651471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519011"/>
            <a:ext cx="7918704" cy="384721"/>
          </a:xfrm>
        </p:spPr>
        <p:txBody>
          <a:bodyPr/>
          <a:lstStyle>
            <a:lvl1pPr>
              <a:defRPr>
                <a:solidFill>
                  <a:srgbClr val="007A3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DFAFB1F1-9351-4B71-8B28-70BD6B35E3B1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54168"/>
            <a:ext cx="791870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768EECA-1A03-46B2-B9BB-3C455A3710A4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2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gray">
          <a:xfrm>
            <a:off x="20942" y="6336156"/>
            <a:ext cx="2779232" cy="5035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  <p:sp>
        <p:nvSpPr>
          <p:cNvPr id="2" name="5. Source" hidden="1">
            <a:extLst>
              <a:ext uri="{FF2B5EF4-FFF2-40B4-BE49-F238E27FC236}">
                <a16:creationId xmlns:a16="http://schemas.microsoft.com/office/drawing/2014/main" id="{7B9399A7-2BE1-D97A-A8FB-D2CA157EAD3A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7568506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rast 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937BF69-DBBB-44FA-AA65-8999BD8B4E5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869237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8"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937BF69-DBBB-44FA-AA65-8999BD8B4E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440E0BC-D285-4CB0-BC8F-8E2C57BF2A2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5C5F547-1B1B-411D-99AF-7DE767A71F1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4B95A2D-EF43-4F7C-AB61-E2D102DC75CC}"/>
              </a:ext>
            </a:extLst>
          </p:cNvPr>
          <p:cNvCxnSpPr>
            <a:cxnSpLocks/>
          </p:cNvCxnSpPr>
          <p:nvPr/>
        </p:nvCxnSpPr>
        <p:spPr bwMode="ltGray">
          <a:xfrm>
            <a:off x="0" y="1186125"/>
            <a:ext cx="5038492" cy="0"/>
          </a:xfrm>
          <a:prstGeom prst="line">
            <a:avLst/>
          </a:prstGeom>
          <a:ln w="19050" cap="flat">
            <a:solidFill>
              <a:srgbClr val="C5A46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5"/>
          <p:cNvSpPr txBox="1">
            <a:spLocks noChangeArrowheads="1"/>
          </p:cNvSpPr>
          <p:nvPr/>
        </p:nvSpPr>
        <p:spPr bwMode="gray">
          <a:xfrm>
            <a:off x="20942" y="6336156"/>
            <a:ext cx="2779232" cy="503590"/>
          </a:xfrm>
          <a:prstGeom prst="rect">
            <a:avLst/>
          </a:prstGeom>
          <a:solidFill>
            <a:srgbClr val="004325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E36FC377-5AA9-6409-A918-AC5140CE3C34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964853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rast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7CD2BF5E-92A7-41C4-93AE-C72274D09CB7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49499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52"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7CD2BF5E-92A7-41C4-93AE-C72274D09C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">
            <a:extLst>
              <a:ext uri="{FF2B5EF4-FFF2-40B4-BE49-F238E27FC236}">
                <a16:creationId xmlns:a16="http://schemas.microsoft.com/office/drawing/2014/main" id="{4833D5AF-2A75-4978-AA54-00BA594BBA7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E9E206AB-587F-4AC2-9EF7-AA339899F4BB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47642CA-9930-46A3-B857-6BC39D3C9694}"/>
              </a:ext>
            </a:extLst>
          </p:cNvPr>
          <p:cNvCxnSpPr>
            <a:cxnSpLocks/>
          </p:cNvCxnSpPr>
          <p:nvPr/>
        </p:nvCxnSpPr>
        <p:spPr bwMode="ltGray">
          <a:xfrm>
            <a:off x="0" y="928950"/>
            <a:ext cx="5038492" cy="0"/>
          </a:xfrm>
          <a:prstGeom prst="line">
            <a:avLst/>
          </a:prstGeom>
          <a:ln w="19050" cap="flat">
            <a:solidFill>
              <a:srgbClr val="C5A46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859BA05-ADF3-4AC9-B476-A0C1A66DE5F9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ltGray">
          <a:xfrm>
            <a:off x="554735" y="6455415"/>
            <a:ext cx="1671151" cy="293623"/>
          </a:xfrm>
          <a:prstGeom prst="rect">
            <a:avLst/>
          </a:prstGeom>
        </p:spPr>
      </p:pic>
      <p:sp>
        <p:nvSpPr>
          <p:cNvPr id="11" name="TextBox 5"/>
          <p:cNvSpPr txBox="1">
            <a:spLocks noChangeArrowheads="1"/>
          </p:cNvSpPr>
          <p:nvPr/>
        </p:nvSpPr>
        <p:spPr bwMode="gray">
          <a:xfrm>
            <a:off x="20942" y="6336156"/>
            <a:ext cx="2779232" cy="503590"/>
          </a:xfrm>
          <a:prstGeom prst="rect">
            <a:avLst/>
          </a:prstGeom>
          <a:solidFill>
            <a:srgbClr val="004325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  <p:sp>
        <p:nvSpPr>
          <p:cNvPr id="3" name="5. Source" hidden="1">
            <a:extLst>
              <a:ext uri="{FF2B5EF4-FFF2-40B4-BE49-F238E27FC236}">
                <a16:creationId xmlns:a16="http://schemas.microsoft.com/office/drawing/2014/main" id="{EC62543A-18BD-1491-AAB4-EBE21AC27619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6584865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rast E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DA9CF6F9-3F22-4C1D-8F1F-9500FF41222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054430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6" name="think-cell Slide" r:id="rId5" imgW="592" imgH="591" progId="TCLayout.ActiveDocument.1">
                  <p:embed/>
                </p:oleObj>
              </mc:Choice>
              <mc:Fallback>
                <p:oleObj name="think-cell Slide" r:id="rId5" imgW="592" imgH="591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DA9CF6F9-3F22-4C1D-8F1F-9500FF412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>
            <a:spLocks noChangeArrowheads="1"/>
          </p:cNvSpPr>
          <p:nvPr/>
        </p:nvSpPr>
        <p:spPr bwMode="gray">
          <a:xfrm>
            <a:off x="3643210" y="3244890"/>
            <a:ext cx="4613443" cy="811367"/>
          </a:xfrm>
          <a:prstGeom prst="rect">
            <a:avLst/>
          </a:prstGeom>
          <a:solidFill>
            <a:srgbClr val="004325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2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2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  <p:sp>
        <p:nvSpPr>
          <p:cNvPr id="3" name="5. Source" hidden="1">
            <a:extLst>
              <a:ext uri="{FF2B5EF4-FFF2-40B4-BE49-F238E27FC236}">
                <a16:creationId xmlns:a16="http://schemas.microsoft.com/office/drawing/2014/main" id="{F7C6A1B7-C389-5C56-8FBE-4FA3F6C8E181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92162552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424779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0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0" i="0" baseline="0" dirty="0">
              <a:solidFill>
                <a:schemeClr val="bg1"/>
              </a:solidFill>
              <a:latin typeface="Sakkal Majalla" panose="02000000000000000000" pitchFamily="2" charset="-78"/>
              <a:ea typeface="+mj-ea"/>
              <a:cs typeface="+mj-cs"/>
              <a:sym typeface="Sakkal Majalla" panose="02000000000000000000" pitchFamily="2" charset="-78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A2B502E-E2C5-4E67-811A-5A289649DC25}"/>
              </a:ext>
            </a:extLst>
          </p:cNvPr>
          <p:cNvSpPr/>
          <p:nvPr/>
        </p:nvSpPr>
        <p:spPr bwMode="ltGray">
          <a:xfrm>
            <a:off x="0" y="0"/>
            <a:ext cx="12192000" cy="6858000"/>
          </a:xfrm>
          <a:prstGeom prst="rect">
            <a:avLst/>
          </a:prstGeom>
          <a:solidFill>
            <a:srgbClr val="F6EFDE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2000" dirty="0">
              <a:solidFill>
                <a:srgbClr val="575757"/>
              </a:solidFill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 bwMode="auto">
          <a:xfrm>
            <a:off x="550800" y="5957352"/>
            <a:ext cx="9262259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/>
            </a:lvl1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 bwMode="auto">
          <a:xfrm>
            <a:off x="551941" y="5539743"/>
            <a:ext cx="9262259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 bwMode="auto">
          <a:xfrm>
            <a:off x="551941" y="4064480"/>
            <a:ext cx="9262259" cy="135421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28" name="TextBox 5"/>
          <p:cNvSpPr txBox="1">
            <a:spLocks noChangeArrowheads="1"/>
          </p:cNvSpPr>
          <p:nvPr/>
        </p:nvSpPr>
        <p:spPr bwMode="gray">
          <a:xfrm>
            <a:off x="35748" y="6308725"/>
            <a:ext cx="2831897" cy="503590"/>
          </a:xfrm>
          <a:prstGeom prst="rect">
            <a:avLst/>
          </a:prstGeom>
          <a:noFill/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</a:endParaRPr>
          </a:p>
          <a:p>
            <a:pPr algn="ctr" eaLnBrk="1" hangingPunct="1"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</a:rPr>
              <a:t>Regional Voluntary Carbon Market Company   </a:t>
            </a:r>
          </a:p>
        </p:txBody>
      </p:sp>
    </p:spTree>
    <p:extLst>
      <p:ext uri="{BB962C8B-B14F-4D97-AF65-F5344CB8AC3E}">
        <p14:creationId xmlns:p14="http://schemas.microsoft.com/office/powerpoint/2010/main" val="247159670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102806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24"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D668F04-7049-40BA-8D63-D8BBB692131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519011"/>
            <a:ext cx="6967728" cy="3847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5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F6EFDE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54168"/>
            <a:ext cx="69677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C393009-0681-4A8F-A1E9-19E10A949DC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4" name="TextBox 5"/>
          <p:cNvSpPr txBox="1">
            <a:spLocks noChangeArrowheads="1"/>
          </p:cNvSpPr>
          <p:nvPr/>
        </p:nvSpPr>
        <p:spPr bwMode="gray">
          <a:xfrm>
            <a:off x="0" y="6354410"/>
            <a:ext cx="2876625" cy="503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  <p:sp>
        <p:nvSpPr>
          <p:cNvPr id="2" name="5. Source" hidden="1">
            <a:extLst>
              <a:ext uri="{FF2B5EF4-FFF2-40B4-BE49-F238E27FC236}">
                <a16:creationId xmlns:a16="http://schemas.microsoft.com/office/drawing/2014/main" id="{7BD11EF1-F68D-E180-BD28-365CCAC98452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2346261" y="6498754"/>
            <a:ext cx="6967729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454040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BAF19FD1-F55B-47CA-98C2-847FF06FB465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7156704" y="89319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9" name="TextBox 5"/>
          <p:cNvSpPr txBox="1">
            <a:spLocks noChangeArrowheads="1"/>
          </p:cNvSpPr>
          <p:nvPr/>
        </p:nvSpPr>
        <p:spPr bwMode="gray">
          <a:xfrm>
            <a:off x="0" y="6354410"/>
            <a:ext cx="2876625" cy="503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</p:spTree>
    <p:extLst>
      <p:ext uri="{BB962C8B-B14F-4D97-AF65-F5344CB8AC3E}">
        <p14:creationId xmlns:p14="http://schemas.microsoft.com/office/powerpoint/2010/main" val="40691107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455472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48"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D5E1493-E8EF-4031-B447-85DA0B4181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CEB140E-B5F2-4B9D-9989-70325FFB30B8}"/>
              </a:ext>
            </a:extLst>
          </p:cNvPr>
          <p:cNvCxnSpPr>
            <a:cxnSpLocks/>
          </p:cNvCxnSpPr>
          <p:nvPr/>
        </p:nvCxnSpPr>
        <p:spPr bwMode="ltGray">
          <a:xfrm>
            <a:off x="0" y="928950"/>
            <a:ext cx="5038492" cy="0"/>
          </a:xfrm>
          <a:prstGeom prst="line">
            <a:avLst/>
          </a:prstGeom>
          <a:ln w="19050" cap="flat">
            <a:solidFill>
              <a:srgbClr val="C5A46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5"/>
          <p:cNvSpPr txBox="1">
            <a:spLocks noChangeArrowheads="1"/>
          </p:cNvSpPr>
          <p:nvPr/>
        </p:nvSpPr>
        <p:spPr bwMode="gray">
          <a:xfrm>
            <a:off x="0" y="6354410"/>
            <a:ext cx="2876625" cy="503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  <p:sp>
        <p:nvSpPr>
          <p:cNvPr id="3" name="5. Source" hidden="1">
            <a:extLst>
              <a:ext uri="{FF2B5EF4-FFF2-40B4-BE49-F238E27FC236}">
                <a16:creationId xmlns:a16="http://schemas.microsoft.com/office/drawing/2014/main" id="{D7A928D8-D91E-288A-E4B7-2275E22DB0EF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9124085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904066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249529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96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AC89F4F6-C8EF-47E0-AFDE-227CB5452AA1}"/>
              </a:ext>
            </a:extLst>
          </p:cNvPr>
          <p:cNvSpPr/>
          <p:nvPr userDrawn="1"/>
        </p:nvSpPr>
        <p:spPr bwMode="ltGray">
          <a:xfrm>
            <a:off x="0" y="0"/>
            <a:ext cx="12192000" cy="6858000"/>
          </a:xfrm>
          <a:prstGeom prst="rect">
            <a:avLst/>
          </a:prstGeom>
          <a:solidFill>
            <a:srgbClr val="F6EFDE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2000" dirty="0">
              <a:solidFill>
                <a:srgbClr val="575757"/>
              </a:solidFill>
            </a:endParaRPr>
          </a:p>
        </p:txBody>
      </p: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4864DD41-25DD-4DB3-A479-C12C733B3AD3}"/>
              </a:ext>
            </a:extLst>
          </p:cNvPr>
          <p:cNvSpPr txBox="1">
            <a:spLocks noChangeArrowheads="1"/>
          </p:cNvSpPr>
          <p:nvPr userDrawn="1"/>
        </p:nvSpPr>
        <p:spPr bwMode="ltGray">
          <a:xfrm>
            <a:off x="549973" y="6425891"/>
            <a:ext cx="2263775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 dirty="0">
                <a:solidFill>
                  <a:srgbClr val="DFBC7D"/>
                </a:solidFill>
                <a:latin typeface="+mn-lt"/>
                <a:cs typeface="Arial"/>
              </a:rPr>
              <a:t>شركة سوق الكربون الطوعي الاقليمية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 dirty="0">
                <a:solidFill>
                  <a:srgbClr val="DFBC7D"/>
                </a:solidFill>
                <a:latin typeface="+mn-lt"/>
                <a:cs typeface="Arial"/>
              </a:rPr>
              <a:t>Regional Voluntary Carbon Market Company </a:t>
            </a:r>
          </a:p>
        </p:txBody>
      </p:sp>
      <p:sp>
        <p:nvSpPr>
          <p:cNvPr id="12" name="Documenttype">
            <a:extLst>
              <a:ext uri="{FF2B5EF4-FFF2-40B4-BE49-F238E27FC236}">
                <a16:creationId xmlns:a16="http://schemas.microsoft.com/office/drawing/2014/main" id="{CDAD124B-5864-4F97-874F-A756D4290687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 bwMode="auto">
          <a:xfrm>
            <a:off x="550800" y="5957352"/>
            <a:ext cx="9262259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/>
            </a:lvl1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148CA696-0D0C-4E63-96EA-741B6A16D0C0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 bwMode="auto">
          <a:xfrm>
            <a:off x="551941" y="5539743"/>
            <a:ext cx="9262259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87B783C9-B8E5-4C6E-B3A0-A76E12C8BAB6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 bwMode="auto">
          <a:xfrm>
            <a:off x="551941" y="4064480"/>
            <a:ext cx="9262259" cy="135421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7533640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746323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20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954168"/>
            <a:ext cx="11082528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b="0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239275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89030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9BA84E71-6FE7-4585-B82E-BE56033119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606119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4"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9BA84E71-6FE7-4585-B82E-BE560331194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D62A08AB-557D-4245-84FA-9DB6B6C6845A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06563"/>
            <a:ext cx="3813048" cy="769441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 rtl="0">
              <a:lnSpc>
                <a:spcPct val="10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A2582D75-79F8-4634-92EF-A9F0840C018B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A620CCAA-200F-4644-8BED-551766761B0D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239275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3761691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C4F5195-E8F7-4A2F-B02E-643BB3D883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47661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68"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C4F5195-E8F7-4A2F-B02E-643BB3D88381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15EFC92-5E3D-4BDC-A378-85D30212A9E2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vert="horz" rIns="365760" anchor="ctr">
            <a:noAutofit/>
          </a:bodyPr>
          <a:lstStyle>
            <a:lvl1pPr rtl="0"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4983596-431B-4F12-AA07-76914CD3DEE7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F1EFDC0F-3640-4446-ADDC-DE72942A0F8C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239275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64255207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332444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92"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DCF374B-2477-45CD-A00B-B8676A45ACDF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4580468"/>
            <a:ext cx="11082528" cy="677108"/>
          </a:xfrm>
        </p:spPr>
        <p:txBody>
          <a:bodyPr vert="horz" anchor="b">
            <a:noAutofit/>
          </a:bodyPr>
          <a:lstStyle>
            <a:lvl1pPr rtl="0">
              <a:lnSpc>
                <a:spcPct val="100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FA764DC8-CEA6-42F3-8E66-7C768AAD275E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84CD1479-913B-4D7D-8EFD-508DD1BD69C1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239275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95319091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C6EE29E-F64A-419F-BFB0-EEDEB71953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168054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6" name="think-cell Slide" r:id="rId10" imgW="592" imgH="591" progId="TCLayout.ActiveDocument.1">
                  <p:embed/>
                </p:oleObj>
              </mc:Choice>
              <mc:Fallback>
                <p:oleObj name="think-cell Slide" r:id="rId10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C6EE29E-F64A-419F-BFB0-EEDEB71953F6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9526043-F22A-4ED3-B0A1-DD7C4F83AF9B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05712" y="3530068"/>
            <a:ext cx="9180576" cy="549381"/>
          </a:xfrm>
          <a:prstGeom prst="rect">
            <a:avLst/>
          </a:prstGeom>
        </p:spPr>
        <p:txBody>
          <a:bodyPr vert="horz">
            <a:spAutoFit/>
          </a:bodyPr>
          <a:lstStyle>
            <a:lvl1pPr rtl="0">
              <a:lnSpc>
                <a:spcPct val="105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1505712" y="4284630"/>
            <a:ext cx="918057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556D1499-3230-4098-85B2-D4CC7CA621F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DBDF458D-C084-4B35-8817-DFAE2D5399C8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239275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8111127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499159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40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67C50C85-5FB9-4798-A8A4-1DA5B9F3ACC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F6EFDE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 rtl="0"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6552B7E-7081-4EA8-9351-FE4C7216ADF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DD42AE0F-3675-4049-ACDD-5CB7139835D4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549973" y="6425891"/>
            <a:ext cx="2263775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 dirty="0">
                <a:solidFill>
                  <a:srgbClr val="DFBC7D"/>
                </a:solidFill>
                <a:latin typeface="+mn-lt"/>
                <a:cs typeface="Arial"/>
              </a:rPr>
              <a:t>شركة سوق الكربون الطوعي الاقليمية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 dirty="0">
                <a:solidFill>
                  <a:srgbClr val="DFBC7D"/>
                </a:solidFill>
                <a:latin typeface="+mn-lt"/>
                <a:cs typeface="Arial"/>
              </a:rPr>
              <a:t>Regional Voluntary Carbon Market Company </a:t>
            </a: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4477CDCC-5FD0-42EC-A113-A8F6A5C7C3F3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554735" y="6239275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81238725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919277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64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9D2CA90-0144-4292-9526-98A508F53171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F6EFDE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rtl="0"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9C07342-0520-417C-B878-54C94CBD853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15CAC52F-2670-444B-9D0C-064A320E156F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549973" y="6425891"/>
            <a:ext cx="2263775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 dirty="0">
                <a:solidFill>
                  <a:srgbClr val="DFBC7D"/>
                </a:solidFill>
                <a:latin typeface="+mn-lt"/>
                <a:cs typeface="Arial"/>
              </a:rPr>
              <a:t>شركة سوق الكربون الطوعي الاقليمية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 dirty="0">
                <a:solidFill>
                  <a:srgbClr val="DFBC7D"/>
                </a:solidFill>
                <a:latin typeface="+mn-lt"/>
                <a:cs typeface="Arial"/>
              </a:rPr>
              <a:t>Regional Voluntary Carbon Market Company </a:t>
            </a: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5EE5307A-0B2B-4CAA-9BA5-A120F33A259A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554735" y="6239275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35608764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834665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88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1725BD87-3C3D-45F6-BBCF-F06FD867659F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F6EFDE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54168"/>
            <a:ext cx="506577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9BE4D1E-183A-499B-BFC7-798294EB7AE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0779701E-8357-41E8-B6BC-979539AA9C94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549973" y="6425891"/>
            <a:ext cx="2263775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 dirty="0">
                <a:solidFill>
                  <a:srgbClr val="DFBC7D"/>
                </a:solidFill>
                <a:latin typeface="+mn-lt"/>
                <a:cs typeface="Arial"/>
              </a:rPr>
              <a:t>شركة سوق الكربون الطوعي الاقليمية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 dirty="0">
                <a:solidFill>
                  <a:srgbClr val="DFBC7D"/>
                </a:solidFill>
                <a:latin typeface="+mn-lt"/>
                <a:cs typeface="Arial"/>
              </a:rPr>
              <a:t>Regional Voluntary Carbon Market Company </a:t>
            </a: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E1FC6856-A0FA-4673-B802-ABB4E7B3AF94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554735" y="6239275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0312833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874107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12"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D668F04-7049-40BA-8D63-D8BBB6921318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F6EFDE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54168"/>
            <a:ext cx="6967728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C393009-0681-4A8F-A1E9-19E10A949DC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661D19D3-C0BA-4F0A-914C-D52F485C7D36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549973" y="6425891"/>
            <a:ext cx="2263775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 dirty="0">
                <a:solidFill>
                  <a:srgbClr val="DFBC7D"/>
                </a:solidFill>
                <a:latin typeface="+mn-lt"/>
                <a:cs typeface="Arial"/>
              </a:rPr>
              <a:t>شركة سوق الكربون الطوعي الاقليمية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 dirty="0">
                <a:solidFill>
                  <a:srgbClr val="DFBC7D"/>
                </a:solidFill>
                <a:latin typeface="+mn-lt"/>
                <a:cs typeface="Arial"/>
              </a:rPr>
              <a:t>Regional Voluntary Carbon Market Company </a:t>
            </a: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32C09BCD-C865-4339-A628-8964D6F1F208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554735" y="6239275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21160539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201841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36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50854476-2923-4515-A585-4477FF861180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F6EFDE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54168"/>
            <a:ext cx="7918704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u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DEC2F904-C5C8-4B39-9C46-6CA56144D86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87EBBDD7-BB86-4ABF-B53F-01D5370DAAF4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549973" y="6425891"/>
            <a:ext cx="2263775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 dirty="0">
                <a:solidFill>
                  <a:srgbClr val="DFBC7D"/>
                </a:solidFill>
                <a:latin typeface="+mn-lt"/>
                <a:cs typeface="Arial"/>
              </a:rPr>
              <a:t>شركة سوق الكربون الطوعي الاقليمية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 dirty="0">
                <a:solidFill>
                  <a:srgbClr val="DFBC7D"/>
                </a:solidFill>
                <a:latin typeface="+mn-lt"/>
                <a:cs typeface="Arial"/>
              </a:rPr>
              <a:t>Regional Voluntary Carbon Market Company </a:t>
            </a: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E87C9107-4814-4F0C-A2D4-F0ECD061EE97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554735" y="6239275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18062297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648A5D5-75B9-4F02-A4CB-B3C65A9BF2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946195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60"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648A5D5-75B9-4F02-A4CB-B3C65A9BF2CE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58AAF75-30DC-408A-933A-149F2D14D18F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72212"/>
            <a:ext cx="11082528" cy="989512"/>
          </a:xfrm>
        </p:spPr>
        <p:txBody>
          <a:bodyPr vert="horz">
            <a:no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1AA88E-24E2-4493-A340-98EE8666A3B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279C1EF2-E6AD-4145-B0F7-55DA9ED7E79F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549973" y="6425891"/>
            <a:ext cx="2263775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 dirty="0">
                <a:solidFill>
                  <a:srgbClr val="DFBC7D"/>
                </a:solidFill>
                <a:latin typeface="+mn-lt"/>
                <a:cs typeface="Arial"/>
              </a:rPr>
              <a:t>شركة سوق الكربون الطوعي الاقليمية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 dirty="0">
                <a:solidFill>
                  <a:srgbClr val="DFBC7D"/>
                </a:solidFill>
                <a:latin typeface="+mn-lt"/>
                <a:cs typeface="Arial"/>
              </a:rPr>
              <a:t>Regional Voluntary Carbon Market Company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446DF1-4AA3-4249-B26E-9DA020F2AE02}"/>
              </a:ext>
            </a:extLst>
          </p:cNvPr>
          <p:cNvCxnSpPr>
            <a:cxnSpLocks/>
          </p:cNvCxnSpPr>
          <p:nvPr userDrawn="1"/>
        </p:nvCxnSpPr>
        <p:spPr bwMode="ltGray">
          <a:xfrm>
            <a:off x="0" y="1187124"/>
            <a:ext cx="5038492" cy="0"/>
          </a:xfrm>
          <a:prstGeom prst="line">
            <a:avLst/>
          </a:prstGeom>
          <a:ln w="19050" cap="flat">
            <a:solidFill>
              <a:srgbClr val="C5A46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9BB1999A-5AFA-4E17-9CEF-807CBF17A2B1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239275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091220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996402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84"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D5E1493-E8EF-4031-B447-85DA0B4181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12EA51-D179-4B07-B282-948A981CAFE8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549973" y="6425891"/>
            <a:ext cx="2263775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 dirty="0">
                <a:solidFill>
                  <a:srgbClr val="DFBC7D"/>
                </a:solidFill>
                <a:latin typeface="+mn-lt"/>
                <a:cs typeface="Arial"/>
              </a:rPr>
              <a:t>شركة سوق الكربون الطوعي الاقليمية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 dirty="0">
                <a:solidFill>
                  <a:srgbClr val="DFBC7D"/>
                </a:solidFill>
                <a:latin typeface="+mn-lt"/>
                <a:cs typeface="Arial"/>
              </a:rPr>
              <a:t>Regional Voluntary Carbon Market Company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83E516-494A-42E4-B9D0-AD4865A92968}"/>
              </a:ext>
            </a:extLst>
          </p:cNvPr>
          <p:cNvCxnSpPr>
            <a:cxnSpLocks/>
          </p:cNvCxnSpPr>
          <p:nvPr userDrawn="1"/>
        </p:nvCxnSpPr>
        <p:spPr bwMode="ltGray">
          <a:xfrm>
            <a:off x="0" y="928950"/>
            <a:ext cx="5038492" cy="0"/>
          </a:xfrm>
          <a:prstGeom prst="line">
            <a:avLst/>
          </a:prstGeom>
          <a:ln w="19050" cap="flat">
            <a:solidFill>
              <a:srgbClr val="C5A46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A15D19C8-621F-4E15-B853-1E7EC8B78CEE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239275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835821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689319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08" name="think-cell Slide" r:id="rId5" imgW="592" imgH="591" progId="TCLayout.ActiveDocument.1">
                  <p:embed/>
                </p:oleObj>
              </mc:Choice>
              <mc:Fallback>
                <p:oleObj name="think-cell Slide" r:id="rId5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A954CCC1-5027-4384-BFF6-B54153C697A8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 dirty="0"/>
              <a:t>Source: …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54D133B-0652-4556-97BE-0648B55463CC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3412573" y="2998113"/>
            <a:ext cx="5366855" cy="8617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800" b="1" dirty="0">
                <a:solidFill>
                  <a:srgbClr val="DFBC7D"/>
                </a:solidFill>
                <a:latin typeface="+mn-lt"/>
                <a:cs typeface="Arial"/>
              </a:rPr>
              <a:t>شركة سوق الكربون الطوعي الاقليمية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800" b="1" dirty="0">
                <a:solidFill>
                  <a:srgbClr val="DFBC7D"/>
                </a:solidFill>
                <a:latin typeface="+mn-lt"/>
                <a:cs typeface="Arial"/>
              </a:rPr>
              <a:t>Regional Voluntary Carbon Market Company </a:t>
            </a:r>
          </a:p>
        </p:txBody>
      </p:sp>
    </p:spTree>
    <p:extLst>
      <p:ext uri="{BB962C8B-B14F-4D97-AF65-F5344CB8AC3E}">
        <p14:creationId xmlns:p14="http://schemas.microsoft.com/office/powerpoint/2010/main" val="272788909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11BB6-98FD-CDBE-26D3-637BD93A5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78191C-3551-CC9C-8FD0-4F9A839249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91104-F0E8-1821-EE3A-9412784BB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9B8EA-7E27-49EF-AD63-2AC33E167479}" type="datetimeFigureOut">
              <a:rPr lang="en-GB" smtClean="0"/>
              <a:t>01/08/2024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EB701-3FFD-CE8E-8AD1-91817CC13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B9574-A285-16F6-B818-389D898EC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9C5F3-9538-4ABC-BECB-6373DF404F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554055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DE464-2D52-4303-B344-19DB6B0CD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817" y="615663"/>
            <a:ext cx="11111105" cy="4032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 b="0" i="0">
                <a:solidFill>
                  <a:schemeClr val="accent1"/>
                </a:solidFill>
                <a:latin typeface="Roboto" panose="02000000000000000000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7139A64-1FAA-4CCD-AC2F-A6990DDD41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2125" y="1518250"/>
            <a:ext cx="11110800" cy="4452338"/>
          </a:xfrm>
          <a:prstGeom prst="rect">
            <a:avLst/>
          </a:prstGeom>
        </p:spPr>
        <p:txBody>
          <a:bodyPr>
            <a:noAutofit/>
          </a:bodyPr>
          <a:lstStyle>
            <a:lvl1pPr marL="271463" marR="0" indent="-271463" algn="l" defTabSz="914400" rtl="0" eaLnBrk="1" fontAlgn="auto" latinLnBrk="0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1F3C77"/>
              </a:buClr>
              <a:buSzTx/>
              <a:buFont typeface="Wingdings" panose="05000000000000000000" pitchFamily="2" charset="2"/>
              <a:buChar char=""/>
              <a:tabLst/>
              <a:defRPr lang="en-US" sz="1200" b="0" i="0">
                <a:latin typeface="Roboto" panose="02000000000000000000" pitchFamily="2" charset="0"/>
              </a:defRPr>
            </a:lvl1pPr>
            <a:lvl2pPr marL="715963" marR="0" indent="-258763" algn="l" defTabSz="914400" rtl="0" eaLnBrk="1" fontAlgn="auto" latinLnBrk="0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1F3C77"/>
              </a:buClr>
              <a:buSzTx/>
              <a:buFont typeface="Wingdings" panose="05000000000000000000" pitchFamily="2" charset="2"/>
              <a:buChar char=""/>
              <a:tabLst/>
              <a:defRPr sz="950" b="0" i="0">
                <a:latin typeface="Roboto" panose="02000000000000000000" pitchFamily="2" charset="0"/>
              </a:defRPr>
            </a:lvl2pPr>
            <a:lvl3pPr marL="1168400" marR="0" indent="-254000" algn="l" defTabSz="914400" rtl="0" eaLnBrk="1" fontAlgn="auto" latinLnBrk="0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1F3C77"/>
              </a:buClr>
              <a:buSzTx/>
              <a:buFont typeface="Wingdings" panose="05000000000000000000" pitchFamily="2" charset="2"/>
              <a:buChar char=""/>
              <a:tabLst/>
              <a:defRPr sz="1150" b="0" i="0">
                <a:latin typeface="Roboto" panose="02000000000000000000" pitchFamily="2" charset="0"/>
              </a:defRPr>
            </a:lvl3pPr>
            <a:lvl4pPr marL="1611313" marR="0" indent="-261938" algn="l" defTabSz="914400" rtl="0" eaLnBrk="1" fontAlgn="auto" latinLnBrk="0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1F3C77"/>
              </a:buClr>
              <a:buSzTx/>
              <a:buFont typeface="Open Sans" panose="020B0606030504020204" pitchFamily="34" charset="0"/>
              <a:buChar char="-"/>
              <a:tabLst/>
              <a:defRPr sz="1000" b="0" i="0">
                <a:latin typeface="Roboto" panose="02000000000000000000" pitchFamily="2" charset="0"/>
              </a:defRPr>
            </a:lvl4pPr>
            <a:lvl5pPr marL="2063750" marR="0" indent="-271463" algn="l" defTabSz="914400" rtl="0" eaLnBrk="1" fontAlgn="auto" latinLnBrk="0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1F3C77"/>
              </a:buClr>
              <a:buSzTx/>
              <a:buFont typeface="Wingdings" panose="05000000000000000000" pitchFamily="2" charset="2"/>
              <a:buChar char=""/>
              <a:tabLst/>
              <a:defRPr sz="1000" b="0" i="0">
                <a:latin typeface="Roboto" panose="02000000000000000000" pitchFamily="2" charset="0"/>
              </a:defRPr>
            </a:lvl5pPr>
          </a:lstStyle>
          <a:p>
            <a:pPr marL="271463" marR="0" lvl="0" indent="-271463" algn="l" defTabSz="914400" rtl="0" eaLnBrk="1" fontAlgn="auto" latinLnBrk="0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1F3C77"/>
              </a:buClr>
              <a:buSzTx/>
              <a:buFont typeface="Wingdings" panose="05000000000000000000" pitchFamily="2" charset="2"/>
              <a:buChar char="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271463" marR="0" lvl="1" indent="-271463" algn="l" defTabSz="914400" rtl="0" eaLnBrk="1" fontAlgn="auto" latinLnBrk="0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1F3C77"/>
              </a:buClr>
              <a:buSzTx/>
              <a:buFont typeface="Wingdings" panose="05000000000000000000" pitchFamily="2" charset="2"/>
              <a:buChar char="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271463" marR="0" lvl="2" indent="-271463" algn="l" defTabSz="914400" rtl="0" eaLnBrk="1" fontAlgn="auto" latinLnBrk="0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1F3C77"/>
              </a:buClr>
              <a:buSzTx/>
              <a:buFont typeface="Wingdings" panose="05000000000000000000" pitchFamily="2" charset="2"/>
              <a:buChar char="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  <a:p>
            <a:pPr marL="271463" marR="0" lvl="3" indent="-271463" algn="l" defTabSz="914400" rtl="0" eaLnBrk="1" fontAlgn="auto" latinLnBrk="0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1F3C77"/>
              </a:buClr>
              <a:buSzTx/>
              <a:buFont typeface="Wingdings" panose="05000000000000000000" pitchFamily="2" charset="2"/>
              <a:buChar char="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</a:p>
          <a:p>
            <a:pPr marL="271463" marR="0" lvl="4" indent="-271463" algn="l" defTabSz="914400" rtl="0" eaLnBrk="1" fontAlgn="auto" latinLnBrk="0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rgbClr val="1F3C77"/>
              </a:buClr>
              <a:buSzTx/>
              <a:buFont typeface="Wingdings" panose="05000000000000000000" pitchFamily="2" charset="2"/>
              <a:buChar char="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Podtytuł 2">
            <a:extLst>
              <a:ext uri="{FF2B5EF4-FFF2-40B4-BE49-F238E27FC236}">
                <a16:creationId xmlns:a16="http://schemas.microsoft.com/office/drawing/2014/main" id="{ED862DCD-A680-4ECC-8C3D-36FD49B3303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1817" y="313643"/>
            <a:ext cx="11111105" cy="284768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003B77"/>
                </a:solidFill>
                <a:latin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add chapter title</a:t>
            </a:r>
          </a:p>
        </p:txBody>
      </p:sp>
    </p:spTree>
    <p:extLst>
      <p:ext uri="{BB962C8B-B14F-4D97-AF65-F5344CB8AC3E}">
        <p14:creationId xmlns:p14="http://schemas.microsoft.com/office/powerpoint/2010/main" val="315158664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rast 1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 hidden="1">
            <a:extLst>
              <a:ext uri="{FF2B5EF4-FFF2-40B4-BE49-F238E27FC236}">
                <a16:creationId xmlns:a16="http://schemas.microsoft.com/office/drawing/2014/main" id="{D6AD2A36-39D2-411F-97A0-A92409896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049755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32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4" name="Object 2" hidden="1">
                        <a:extLst>
                          <a:ext uri="{FF2B5EF4-FFF2-40B4-BE49-F238E27FC236}">
                            <a16:creationId xmlns:a16="http://schemas.microsoft.com/office/drawing/2014/main" id="{D6AD2A36-39D2-411F-97A0-A92409896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6FA1A46-CC63-4D80-904D-B75922926F0D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F2EA5A09-84EC-4368-8C76-0BEA141A433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 rtl="0">
              <a:defRPr>
                <a:solidFill>
                  <a:srgbClr val="007A3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4BAE0A91-D3D3-4C9A-9F81-3C13D960A341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2635D98B-97DC-4A80-82A3-A8B3C701B736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465575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solidFill>
                  <a:schemeClr val="bg2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A70F84D3-85C8-4217-9A6A-45EE1AB63FD4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549973" y="6425891"/>
            <a:ext cx="2263775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 dirty="0">
                <a:solidFill>
                  <a:srgbClr val="DFBC7D"/>
                </a:solidFill>
                <a:latin typeface="+mn-lt"/>
                <a:cs typeface="Arial"/>
              </a:rPr>
              <a:t>شركة سوق الكربون الطوعي الاقليمية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 dirty="0">
                <a:solidFill>
                  <a:srgbClr val="DFBC7D"/>
                </a:solidFill>
                <a:latin typeface="+mn-lt"/>
                <a:cs typeface="Arial"/>
              </a:rPr>
              <a:t>Regional Voluntary Carbon Market Company </a:t>
            </a: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E43A94A3-D0DB-43DB-AB80-BF9D23EBE127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554735" y="6239275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solidFill>
                  <a:schemeClr val="bg2"/>
                </a:solidFill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3776328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018535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80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0" i="0" baseline="0" dirty="0">
              <a:solidFill>
                <a:schemeClr val="bg1"/>
              </a:solidFill>
              <a:latin typeface="Sakkal Majalla" panose="02000000000000000000" pitchFamily="2" charset="-78"/>
              <a:ea typeface="+mj-ea"/>
              <a:cs typeface="+mj-cs"/>
              <a:sym typeface="Sakkal Majalla" panose="02000000000000000000" pitchFamily="2" charset="-78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A2B502E-E2C5-4E67-811A-5A289649DC25}"/>
              </a:ext>
            </a:extLst>
          </p:cNvPr>
          <p:cNvSpPr/>
          <p:nvPr/>
        </p:nvSpPr>
        <p:spPr bwMode="ltGray">
          <a:xfrm>
            <a:off x="0" y="0"/>
            <a:ext cx="12192000" cy="6858000"/>
          </a:xfrm>
          <a:prstGeom prst="rect">
            <a:avLst/>
          </a:prstGeom>
          <a:solidFill>
            <a:srgbClr val="F6EFDE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2000" dirty="0">
              <a:solidFill>
                <a:srgbClr val="575757"/>
              </a:solidFill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 bwMode="auto">
          <a:xfrm>
            <a:off x="550800" y="5957352"/>
            <a:ext cx="9262259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/>
            </a:lvl1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 bwMode="auto">
          <a:xfrm>
            <a:off x="551941" y="5539743"/>
            <a:ext cx="9262259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 bwMode="auto">
          <a:xfrm>
            <a:off x="551941" y="4064480"/>
            <a:ext cx="9262259" cy="135421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28" name="TextBox 5"/>
          <p:cNvSpPr txBox="1">
            <a:spLocks noChangeArrowheads="1"/>
          </p:cNvSpPr>
          <p:nvPr/>
        </p:nvSpPr>
        <p:spPr bwMode="gray">
          <a:xfrm>
            <a:off x="35748" y="6308725"/>
            <a:ext cx="2831897" cy="503590"/>
          </a:xfrm>
          <a:prstGeom prst="rect">
            <a:avLst/>
          </a:prstGeom>
          <a:noFill/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</a:endParaRPr>
          </a:p>
          <a:p>
            <a:pPr algn="ctr" eaLnBrk="1" hangingPunct="1"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</a:rPr>
              <a:t>Regional Voluntary Carbon Market Company   </a:t>
            </a:r>
          </a:p>
        </p:txBody>
      </p:sp>
    </p:spTree>
    <p:extLst>
      <p:ext uri="{BB962C8B-B14F-4D97-AF65-F5344CB8AC3E}">
        <p14:creationId xmlns:p14="http://schemas.microsoft.com/office/powerpoint/2010/main" val="14418961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958432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04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0" i="0" baseline="0" dirty="0">
              <a:solidFill>
                <a:schemeClr val="bg1"/>
              </a:solidFill>
              <a:latin typeface="Sakkal Majalla" panose="02000000000000000000" pitchFamily="2" charset="-78"/>
              <a:ea typeface="+mj-ea"/>
              <a:cs typeface="+mj-cs"/>
              <a:sym typeface="Sakkal Majalla" panose="02000000000000000000" pitchFamily="2" charset="-78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519011"/>
            <a:ext cx="11082528" cy="38472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954168"/>
            <a:ext cx="11082528" cy="27699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800" b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2" name="5. Source" hidden="1">
            <a:extLst>
              <a:ext uri="{FF2B5EF4-FFF2-40B4-BE49-F238E27FC236}">
                <a16:creationId xmlns:a16="http://schemas.microsoft.com/office/drawing/2014/main" id="{0A560AFD-B043-32A5-5AB6-A5DE5FD9B451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52978390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9BA84E71-6FE7-4585-B82E-BE5603311945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53850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28"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9BA84E71-6FE7-4585-B82E-BE56033119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D62A08AB-557D-4245-84FA-9DB6B6C6845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A2582D75-79F8-4634-92EF-A9F0840C018B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2" name="5. Source" hidden="1">
            <a:extLst>
              <a:ext uri="{FF2B5EF4-FFF2-40B4-BE49-F238E27FC236}">
                <a16:creationId xmlns:a16="http://schemas.microsoft.com/office/drawing/2014/main" id="{AFED9B48-A2C7-772B-2338-18942B8FCD51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4528171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C4F5195-E8F7-4A2F-B02E-643BB3D8838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406582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52"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C4F5195-E8F7-4A2F-B02E-643BB3D883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15EFC92-5E3D-4BDC-A378-85D30212A9E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4983596-431B-4F12-AA07-76914CD3DEE7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C08678F0-D6F9-73F0-5D13-66250D0C25DA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50228264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749425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76"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DCF374B-2477-45CD-A00B-B8676A45ACD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FA764DC8-CEA6-42F3-8E66-7C768AAD275E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F0F693DD-6027-C8DA-DFE7-AF8D0FE12EFF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0394481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C6EE29E-F64A-419F-BFB0-EEDEB71953F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09904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00" name="think-cell Slide" r:id="rId10" imgW="592" imgH="591" progId="TCLayout.ActiveDocument.1">
                  <p:embed/>
                </p:oleObj>
              </mc:Choice>
              <mc:Fallback>
                <p:oleObj name="think-cell Slide" r:id="rId10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C6EE29E-F64A-419F-BFB0-EEDEB71953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9526043-F22A-4ED3-B0A1-DD7C4F83AF9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05712" y="3530068"/>
            <a:ext cx="9180576" cy="549381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5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1505712" y="4284630"/>
            <a:ext cx="9180576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556D1499-3230-4098-85B2-D4CC7CA621F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603931E8-C43A-FABE-CBD9-3EFB12249C80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64428592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851925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24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67C50C85-5FB9-4798-A8A4-1DA5B9F3ACC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0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4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F6EFDE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anchor="b">
            <a:noAutofit/>
          </a:bodyPr>
          <a:lstStyle>
            <a:lvl1pPr>
              <a:defRPr>
                <a:solidFill>
                  <a:srgbClr val="007A3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6552B7E-7081-4EA8-9351-FE4C7216ADF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4" name="TextBox 5"/>
          <p:cNvSpPr txBox="1">
            <a:spLocks noChangeArrowheads="1"/>
          </p:cNvSpPr>
          <p:nvPr/>
        </p:nvSpPr>
        <p:spPr bwMode="gray">
          <a:xfrm>
            <a:off x="0" y="6354410"/>
            <a:ext cx="2876625" cy="503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  <p:sp>
        <p:nvSpPr>
          <p:cNvPr id="2" name="5. Source" hidden="1">
            <a:extLst>
              <a:ext uri="{FF2B5EF4-FFF2-40B4-BE49-F238E27FC236}">
                <a16:creationId xmlns:a16="http://schemas.microsoft.com/office/drawing/2014/main" id="{B657F6E0-54FD-E26A-6180-F714041DD60E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43834047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43629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48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9D2CA90-0144-4292-9526-98A508F5317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0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4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F6EFDE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algn="l">
              <a:defRPr>
                <a:solidFill>
                  <a:srgbClr val="007A3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9C07342-0520-417C-B878-54C94CBD853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5" name="TextBox 5"/>
          <p:cNvSpPr txBox="1">
            <a:spLocks noChangeArrowheads="1"/>
          </p:cNvSpPr>
          <p:nvPr/>
        </p:nvSpPr>
        <p:spPr bwMode="gray">
          <a:xfrm>
            <a:off x="0" y="6354410"/>
            <a:ext cx="2876625" cy="503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  <p:sp>
        <p:nvSpPr>
          <p:cNvPr id="2" name="5. Source" hidden="1">
            <a:extLst>
              <a:ext uri="{FF2B5EF4-FFF2-40B4-BE49-F238E27FC236}">
                <a16:creationId xmlns:a16="http://schemas.microsoft.com/office/drawing/2014/main" id="{DAFDD9C8-5420-6B82-FCA5-CE4ECE8054AD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6732695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903524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72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1725BD87-3C3D-45F6-BBCF-F06FD867659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4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F6EFDE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519011"/>
            <a:ext cx="5065776" cy="3847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54168"/>
            <a:ext cx="5065776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9BE4D1E-183A-499B-BFC7-798294EB7AE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5" name="TextBox 5"/>
          <p:cNvSpPr txBox="1">
            <a:spLocks noChangeArrowheads="1"/>
          </p:cNvSpPr>
          <p:nvPr/>
        </p:nvSpPr>
        <p:spPr bwMode="gray">
          <a:xfrm>
            <a:off x="0" y="6354410"/>
            <a:ext cx="2876625" cy="503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  <p:sp>
        <p:nvSpPr>
          <p:cNvPr id="2" name="5. Source" hidden="1">
            <a:extLst>
              <a:ext uri="{FF2B5EF4-FFF2-40B4-BE49-F238E27FC236}">
                <a16:creationId xmlns:a16="http://schemas.microsoft.com/office/drawing/2014/main" id="{56E3FE74-AC36-4A9C-D854-466F6DF4F720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88758928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995994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6"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D668F04-7049-40BA-8D63-D8BBB692131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519011"/>
            <a:ext cx="6967728" cy="3847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5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F6EFDE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54168"/>
            <a:ext cx="69677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C393009-0681-4A8F-A1E9-19E10A949DC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4" name="TextBox 5"/>
          <p:cNvSpPr txBox="1">
            <a:spLocks noChangeArrowheads="1"/>
          </p:cNvSpPr>
          <p:nvPr/>
        </p:nvSpPr>
        <p:spPr bwMode="gray">
          <a:xfrm>
            <a:off x="0" y="6354410"/>
            <a:ext cx="2876625" cy="503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  <p:sp>
        <p:nvSpPr>
          <p:cNvPr id="2" name="5. Source" hidden="1">
            <a:extLst>
              <a:ext uri="{FF2B5EF4-FFF2-40B4-BE49-F238E27FC236}">
                <a16:creationId xmlns:a16="http://schemas.microsoft.com/office/drawing/2014/main" id="{15FE2792-BBD8-E81F-CBB6-B8122C970496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2346261" y="6498754"/>
            <a:ext cx="6967729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52405289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519854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20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50854476-2923-4515-A585-4477FF86118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>
            <p:custDataLst>
              <p:tags r:id="rId4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F6EFDE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519011"/>
            <a:ext cx="7918704" cy="3847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54168"/>
            <a:ext cx="791870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DEC2F904-C5C8-4B39-9C46-6CA56144D86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4" name="TextBox 5"/>
          <p:cNvSpPr txBox="1">
            <a:spLocks noChangeArrowheads="1"/>
          </p:cNvSpPr>
          <p:nvPr/>
        </p:nvSpPr>
        <p:spPr bwMode="gray">
          <a:xfrm>
            <a:off x="0" y="6354410"/>
            <a:ext cx="2876625" cy="503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  <p:sp>
        <p:nvSpPr>
          <p:cNvPr id="2" name="5. Source" hidden="1">
            <a:extLst>
              <a:ext uri="{FF2B5EF4-FFF2-40B4-BE49-F238E27FC236}">
                <a16:creationId xmlns:a16="http://schemas.microsoft.com/office/drawing/2014/main" id="{EF97DEFC-4ADE-6073-CAB7-D3376A3FB69C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00433958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193651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44"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D5E1493-E8EF-4031-B447-85DA0B4181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CEB140E-B5F2-4B9D-9989-70325FFB30B8}"/>
              </a:ext>
            </a:extLst>
          </p:cNvPr>
          <p:cNvCxnSpPr>
            <a:cxnSpLocks/>
          </p:cNvCxnSpPr>
          <p:nvPr/>
        </p:nvCxnSpPr>
        <p:spPr bwMode="ltGray">
          <a:xfrm>
            <a:off x="0" y="928950"/>
            <a:ext cx="5038492" cy="0"/>
          </a:xfrm>
          <a:prstGeom prst="line">
            <a:avLst/>
          </a:prstGeom>
          <a:ln w="19050" cap="flat">
            <a:solidFill>
              <a:srgbClr val="C5A46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5"/>
          <p:cNvSpPr txBox="1">
            <a:spLocks noChangeArrowheads="1"/>
          </p:cNvSpPr>
          <p:nvPr/>
        </p:nvSpPr>
        <p:spPr bwMode="gray">
          <a:xfrm>
            <a:off x="0" y="6354410"/>
            <a:ext cx="2876625" cy="503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  <p:sp>
        <p:nvSpPr>
          <p:cNvPr id="3" name="5. Source" hidden="1">
            <a:extLst>
              <a:ext uri="{FF2B5EF4-FFF2-40B4-BE49-F238E27FC236}">
                <a16:creationId xmlns:a16="http://schemas.microsoft.com/office/drawing/2014/main" id="{FB407757-8F45-1715-D000-B6930ADAF555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39927027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86136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68" name="think-cell Slide" r:id="rId5" imgW="592" imgH="591" progId="TCLayout.ActiveDocument.1">
                  <p:embed/>
                </p:oleObj>
              </mc:Choice>
              <mc:Fallback>
                <p:oleObj name="think-cell Slide" r:id="rId5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A954CCC1-5027-4384-BFF6-B54153C697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>
            <a:spLocks noChangeArrowheads="1"/>
          </p:cNvSpPr>
          <p:nvPr/>
        </p:nvSpPr>
        <p:spPr bwMode="gray">
          <a:xfrm>
            <a:off x="3148998" y="3082571"/>
            <a:ext cx="5594614" cy="93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28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28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8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  <p:sp>
        <p:nvSpPr>
          <p:cNvPr id="3" name="5. Source" hidden="1">
            <a:extLst>
              <a:ext uri="{FF2B5EF4-FFF2-40B4-BE49-F238E27FC236}">
                <a16:creationId xmlns:a16="http://schemas.microsoft.com/office/drawing/2014/main" id="{673E495D-2F5D-07D3-42F6-0CF1D1B10B41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70073639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155183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92" name="think-cell Slide" r:id="rId16" imgW="413" imgH="416" progId="TCLayout.ActiveDocument.1">
                  <p:embed/>
                </p:oleObj>
              </mc:Choice>
              <mc:Fallback>
                <p:oleObj name="think-cell Slide" r:id="rId16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2D2E0F6-5BB5-47A0-8E4A-CD4E6673B19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 userDrawn="1">
            <p:custDataLst>
              <p:tags r:id="rId10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12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1ADFA379-EDDB-4C62-A3BB-AC227312C6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4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16294096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874AF67-BBA0-48F4-BB9F-5296344335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713416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40"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874AF67-BBA0-48F4-BB9F-5296344335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31858096-7908-4AF2-85C1-FC00585C07DD}"/>
              </a:ext>
            </a:extLst>
          </p:cNvPr>
          <p:cNvGrpSpPr/>
          <p:nvPr userDrawn="1"/>
        </p:nvGrpSpPr>
        <p:grpSpPr>
          <a:xfrm>
            <a:off x="-79207" y="0"/>
            <a:ext cx="12271207" cy="6858000"/>
            <a:chOff x="-79207" y="0"/>
            <a:chExt cx="12271207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C84B412-4B5A-47C3-9996-5AC237FD0523}"/>
                </a:ext>
              </a:extLst>
            </p:cNvPr>
            <p:cNvSpPr/>
            <p:nvPr userDrawn="1"/>
          </p:nvSpPr>
          <p:spPr bwMode="ltGray">
            <a:xfrm>
              <a:off x="-79207" y="0"/>
              <a:ext cx="12192000" cy="6858000"/>
            </a:xfrm>
            <a:prstGeom prst="rect">
              <a:avLst/>
            </a:prstGeom>
            <a:noFill/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kkal Majalla"/>
                <a:ea typeface="+mn-ea"/>
                <a:cs typeface="Sakkal Majalla" panose="02000000000000000000" pitchFamily="2" charset="-78"/>
                <a:sym typeface="Sakkal Majalla" panose="02000000000000000000" pitchFamily="2" charset="-78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9EA60FB-151C-4283-93DE-B53A94B4D6BF}"/>
                </a:ext>
              </a:extLst>
            </p:cNvPr>
            <p:cNvSpPr/>
            <p:nvPr userDrawn="1"/>
          </p:nvSpPr>
          <p:spPr bwMode="ltGray">
            <a:xfrm>
              <a:off x="0" y="0"/>
              <a:ext cx="12192000" cy="6858000"/>
            </a:xfrm>
            <a:prstGeom prst="rect">
              <a:avLst/>
            </a:prstGeom>
            <a:noFill/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kkal Majalla"/>
                <a:ea typeface="+mn-ea"/>
                <a:cs typeface="Sakkal Majalla" panose="02000000000000000000" pitchFamily="2" charset="-78"/>
                <a:sym typeface="Sakkal Majalla" panose="02000000000000000000" pitchFamily="2" charset="-78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24AB498-DB9E-416C-919E-002E5AA191EC}"/>
                </a:ext>
              </a:extLst>
            </p:cNvPr>
            <p:cNvCxnSpPr/>
            <p:nvPr userDrawn="1"/>
          </p:nvCxnSpPr>
          <p:spPr bwMode="ltGray">
            <a:xfrm flipH="1">
              <a:off x="9861755" y="0"/>
              <a:ext cx="792000" cy="6858000"/>
            </a:xfrm>
            <a:prstGeom prst="line">
              <a:avLst/>
            </a:prstGeom>
            <a:noFill/>
            <a:ln w="9525" cap="flat" cmpd="sng" algn="ctr">
              <a:solidFill>
                <a:srgbClr val="C5A464"/>
              </a:solidFill>
              <a:prstDash val="solid"/>
            </a:ln>
            <a:effectLst/>
          </p:spPr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4FF09A4-D3CB-4D7B-AFC3-3EEDD24BAFEE}"/>
                </a:ext>
              </a:extLst>
            </p:cNvPr>
            <p:cNvCxnSpPr/>
            <p:nvPr userDrawn="1"/>
          </p:nvCxnSpPr>
          <p:spPr bwMode="ltGray">
            <a:xfrm flipH="1">
              <a:off x="10257755" y="0"/>
              <a:ext cx="273097" cy="6858000"/>
            </a:xfrm>
            <a:prstGeom prst="line">
              <a:avLst/>
            </a:prstGeom>
            <a:noFill/>
            <a:ln w="9525" cap="flat" cmpd="sng" algn="ctr">
              <a:solidFill>
                <a:srgbClr val="C5A464"/>
              </a:solidFill>
              <a:prstDash val="solid"/>
            </a:ln>
            <a:effectLst/>
          </p:spPr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1EE2AF2-8E3D-41FD-9481-9E60B3C01419}"/>
                </a:ext>
              </a:extLst>
            </p:cNvPr>
            <p:cNvCxnSpPr/>
            <p:nvPr userDrawn="1"/>
          </p:nvCxnSpPr>
          <p:spPr bwMode="ltGray">
            <a:xfrm>
              <a:off x="10394303" y="0"/>
              <a:ext cx="352355" cy="6858000"/>
            </a:xfrm>
            <a:prstGeom prst="line">
              <a:avLst/>
            </a:prstGeom>
            <a:noFill/>
            <a:ln w="9525" cap="flat" cmpd="sng" algn="ctr">
              <a:solidFill>
                <a:srgbClr val="C5A464"/>
              </a:solidFill>
              <a:prstDash val="solid"/>
            </a:ln>
            <a:effectLst/>
          </p:spPr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FD041BE-2A02-4523-A776-633F421E5032}"/>
                </a:ext>
              </a:extLst>
            </p:cNvPr>
            <p:cNvCxnSpPr/>
            <p:nvPr userDrawn="1"/>
          </p:nvCxnSpPr>
          <p:spPr bwMode="ltGray">
            <a:xfrm>
              <a:off x="10218426" y="0"/>
              <a:ext cx="1108335" cy="6858000"/>
            </a:xfrm>
            <a:prstGeom prst="line">
              <a:avLst/>
            </a:prstGeom>
            <a:noFill/>
            <a:ln w="9525" cap="flat" cmpd="sng" algn="ctr">
              <a:solidFill>
                <a:srgbClr val="C5A464"/>
              </a:solidFill>
              <a:prstDash val="solid"/>
            </a:ln>
            <a:effectLst/>
          </p:spPr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E129CBA-AA5A-434D-B7F7-47FF7ED3A986}"/>
                </a:ext>
              </a:extLst>
            </p:cNvPr>
            <p:cNvCxnSpPr/>
            <p:nvPr userDrawn="1"/>
          </p:nvCxnSpPr>
          <p:spPr bwMode="ltGray">
            <a:xfrm>
              <a:off x="9989574" y="0"/>
              <a:ext cx="2035278" cy="6858000"/>
            </a:xfrm>
            <a:prstGeom prst="line">
              <a:avLst/>
            </a:prstGeom>
            <a:noFill/>
            <a:ln w="9525" cap="flat" cmpd="sng" algn="ctr">
              <a:solidFill>
                <a:srgbClr val="C5A464"/>
              </a:solidFill>
              <a:prstDash val="solid"/>
            </a:ln>
            <a:effectLst/>
          </p:spPr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EA96F81-309E-48E4-B3DC-C5FE16A20C2F}"/>
                </a:ext>
              </a:extLst>
            </p:cNvPr>
            <p:cNvCxnSpPr/>
            <p:nvPr userDrawn="1"/>
          </p:nvCxnSpPr>
          <p:spPr bwMode="ltGray">
            <a:xfrm>
              <a:off x="9669772" y="0"/>
              <a:ext cx="2522228" cy="5338916"/>
            </a:xfrm>
            <a:prstGeom prst="line">
              <a:avLst/>
            </a:prstGeom>
            <a:noFill/>
            <a:ln w="9525" cap="flat" cmpd="sng" algn="ctr">
              <a:solidFill>
                <a:srgbClr val="C5A464"/>
              </a:solidFill>
              <a:prstDash val="solid"/>
            </a:ln>
            <a:effectLst/>
          </p:spPr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8F55395-B573-45EB-9BA3-2F846F613269}"/>
                </a:ext>
              </a:extLst>
            </p:cNvPr>
            <p:cNvCxnSpPr/>
            <p:nvPr userDrawn="1"/>
          </p:nvCxnSpPr>
          <p:spPr bwMode="ltGray">
            <a:xfrm>
              <a:off x="9242323" y="0"/>
              <a:ext cx="2949677" cy="4237703"/>
            </a:xfrm>
            <a:prstGeom prst="line">
              <a:avLst/>
            </a:prstGeom>
            <a:noFill/>
            <a:ln w="9525" cap="flat" cmpd="sng" algn="ctr">
              <a:solidFill>
                <a:srgbClr val="C5A464"/>
              </a:solidFill>
              <a:prstDash val="solid"/>
            </a:ln>
            <a:effectLst/>
          </p:spPr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B6B95A3-FC1D-4E40-B660-C6C703EFC07C}"/>
                </a:ext>
              </a:extLst>
            </p:cNvPr>
            <p:cNvCxnSpPr/>
            <p:nvPr userDrawn="1"/>
          </p:nvCxnSpPr>
          <p:spPr bwMode="ltGray">
            <a:xfrm>
              <a:off x="8662220" y="0"/>
              <a:ext cx="3529780" cy="3549445"/>
            </a:xfrm>
            <a:prstGeom prst="line">
              <a:avLst/>
            </a:prstGeom>
            <a:noFill/>
            <a:ln w="9525" cap="flat" cmpd="sng" algn="ctr">
              <a:solidFill>
                <a:srgbClr val="C5A464"/>
              </a:solidFill>
              <a:prstDash val="solid"/>
            </a:ln>
            <a:effectLst/>
          </p:spPr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8C69165-DEFD-4889-9E1C-6FB94DB0D223}"/>
                </a:ext>
              </a:extLst>
            </p:cNvPr>
            <p:cNvCxnSpPr/>
            <p:nvPr userDrawn="1"/>
          </p:nvCxnSpPr>
          <p:spPr bwMode="ltGray">
            <a:xfrm>
              <a:off x="7747819" y="0"/>
              <a:ext cx="4444181" cy="3116826"/>
            </a:xfrm>
            <a:prstGeom prst="line">
              <a:avLst/>
            </a:prstGeom>
            <a:noFill/>
            <a:ln w="9525" cap="flat" cmpd="sng" algn="ctr">
              <a:solidFill>
                <a:srgbClr val="C5A464"/>
              </a:solidFill>
              <a:prstDash val="solid"/>
            </a:ln>
            <a:effectLst/>
          </p:spPr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9815BBF-762E-4891-969D-8AA4602ACC90}"/>
                </a:ext>
              </a:extLst>
            </p:cNvPr>
            <p:cNvCxnSpPr/>
            <p:nvPr userDrawn="1"/>
          </p:nvCxnSpPr>
          <p:spPr bwMode="ltGray">
            <a:xfrm>
              <a:off x="6312310" y="0"/>
              <a:ext cx="5879690" cy="2782529"/>
            </a:xfrm>
            <a:prstGeom prst="line">
              <a:avLst/>
            </a:prstGeom>
            <a:noFill/>
            <a:ln w="9525" cap="flat" cmpd="sng" algn="ctr">
              <a:solidFill>
                <a:srgbClr val="C5A464"/>
              </a:solidFill>
              <a:prstDash val="solid"/>
            </a:ln>
            <a:effectLst/>
          </p:spPr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B813022-63D3-4B63-9434-EEE26D3F884B}"/>
                </a:ext>
              </a:extLst>
            </p:cNvPr>
            <p:cNvCxnSpPr/>
            <p:nvPr userDrawn="1"/>
          </p:nvCxnSpPr>
          <p:spPr bwMode="ltGray">
            <a:xfrm>
              <a:off x="3677014" y="0"/>
              <a:ext cx="8514986" cy="2566219"/>
            </a:xfrm>
            <a:prstGeom prst="line">
              <a:avLst/>
            </a:prstGeom>
            <a:noFill/>
            <a:ln w="9525" cap="flat" cmpd="sng" algn="ctr">
              <a:solidFill>
                <a:srgbClr val="C5A464"/>
              </a:solidFill>
              <a:prstDash val="solid"/>
            </a:ln>
            <a:effectLst/>
          </p:spPr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AFEB063-90C0-437D-B4AF-24C8AD319961}"/>
                </a:ext>
              </a:extLst>
            </p:cNvPr>
            <p:cNvCxnSpPr/>
            <p:nvPr userDrawn="1"/>
          </p:nvCxnSpPr>
          <p:spPr bwMode="ltGray">
            <a:xfrm>
              <a:off x="3310" y="395525"/>
              <a:ext cx="12188690" cy="1980083"/>
            </a:xfrm>
            <a:prstGeom prst="line">
              <a:avLst/>
            </a:prstGeom>
            <a:noFill/>
            <a:ln w="9525" cap="flat" cmpd="sng" algn="ctr">
              <a:solidFill>
                <a:srgbClr val="C5A464"/>
              </a:solidFill>
              <a:prstDash val="solid"/>
            </a:ln>
            <a:effectLst/>
          </p:spPr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6B58F49-0E30-4846-8BA5-F9F499E50869}"/>
                </a:ext>
              </a:extLst>
            </p:cNvPr>
            <p:cNvCxnSpPr/>
            <p:nvPr userDrawn="1"/>
          </p:nvCxnSpPr>
          <p:spPr bwMode="ltGray">
            <a:xfrm>
              <a:off x="31450" y="1586457"/>
              <a:ext cx="12160550" cy="671415"/>
            </a:xfrm>
            <a:prstGeom prst="line">
              <a:avLst/>
            </a:prstGeom>
            <a:noFill/>
            <a:ln w="9525" cap="flat" cmpd="sng" algn="ctr">
              <a:solidFill>
                <a:srgbClr val="C5A464"/>
              </a:solidFill>
              <a:prstDash val="solid"/>
            </a:ln>
            <a:effectLst/>
          </p:spPr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0617F15-2BF4-4C6C-B12C-D112B0758ED6}"/>
                </a:ext>
              </a:extLst>
            </p:cNvPr>
            <p:cNvCxnSpPr/>
            <p:nvPr userDrawn="1"/>
          </p:nvCxnSpPr>
          <p:spPr bwMode="ltGray">
            <a:xfrm flipV="1">
              <a:off x="-12415" y="2149578"/>
              <a:ext cx="12194582" cy="468261"/>
            </a:xfrm>
            <a:prstGeom prst="line">
              <a:avLst/>
            </a:prstGeom>
            <a:noFill/>
            <a:ln w="9525" cap="flat" cmpd="sng" algn="ctr">
              <a:solidFill>
                <a:srgbClr val="C5A464"/>
              </a:solidFill>
              <a:prstDash val="solid"/>
            </a:ln>
            <a:effectLst/>
          </p:spPr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7A1D5EC-43EC-4195-B52D-26CBF43A06CE}"/>
                </a:ext>
              </a:extLst>
            </p:cNvPr>
            <p:cNvCxnSpPr/>
            <p:nvPr userDrawn="1"/>
          </p:nvCxnSpPr>
          <p:spPr bwMode="ltGray">
            <a:xfrm flipV="1">
              <a:off x="0" y="2089599"/>
              <a:ext cx="12192000" cy="1389568"/>
            </a:xfrm>
            <a:prstGeom prst="line">
              <a:avLst/>
            </a:prstGeom>
            <a:noFill/>
            <a:ln w="9525" cap="flat" cmpd="sng" algn="ctr">
              <a:solidFill>
                <a:srgbClr val="C5A464"/>
              </a:solidFill>
              <a:prstDash val="solid"/>
            </a:ln>
            <a:effectLst/>
          </p:spPr>
        </p:cxnSp>
      </p:grpSp>
      <p:sp>
        <p:nvSpPr>
          <p:cNvPr id="30" name="Documenttype">
            <a:extLst>
              <a:ext uri="{FF2B5EF4-FFF2-40B4-BE49-F238E27FC236}">
                <a16:creationId xmlns:a16="http://schemas.microsoft.com/office/drawing/2014/main" id="{05A3D931-E9D0-4C80-9BE8-1B64B798E81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 bwMode="auto">
          <a:xfrm>
            <a:off x="550800" y="5957352"/>
            <a:ext cx="9262259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date or title/role</a:t>
            </a:r>
          </a:p>
        </p:txBody>
      </p:sp>
      <p:sp>
        <p:nvSpPr>
          <p:cNvPr id="31" name="Subtitle">
            <a:extLst>
              <a:ext uri="{FF2B5EF4-FFF2-40B4-BE49-F238E27FC236}">
                <a16:creationId xmlns:a16="http://schemas.microsoft.com/office/drawing/2014/main" id="{ED247EA5-3098-4785-816B-09B608E244A9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 bwMode="auto">
          <a:xfrm>
            <a:off x="551941" y="5539743"/>
            <a:ext cx="9262259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32" name="Title">
            <a:extLst>
              <a:ext uri="{FF2B5EF4-FFF2-40B4-BE49-F238E27FC236}">
                <a16:creationId xmlns:a16="http://schemas.microsoft.com/office/drawing/2014/main" id="{D62F1666-B606-421C-89DE-FAAD6AC41C7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 bwMode="auto">
          <a:xfrm>
            <a:off x="551941" y="4064480"/>
            <a:ext cx="9262259" cy="135421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3" name="TextBox 5">
            <a:extLst>
              <a:ext uri="{FF2B5EF4-FFF2-40B4-BE49-F238E27FC236}">
                <a16:creationId xmlns:a16="http://schemas.microsoft.com/office/drawing/2014/main" id="{9F759EEF-49C5-4F36-8FF4-DE878B47DBFA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549973" y="6425891"/>
            <a:ext cx="2263775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>
                <a:solidFill>
                  <a:srgbClr val="DFBC7D"/>
                </a:solidFill>
                <a:latin typeface="+mn-lt"/>
                <a:cs typeface="Arial"/>
              </a:rPr>
              <a:t>شركة سوق الكربون الطوعي الاقليمية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>
                <a:solidFill>
                  <a:srgbClr val="DFBC7D"/>
                </a:solidFill>
                <a:latin typeface="+mn-lt"/>
                <a:cs typeface="Arial"/>
              </a:rPr>
              <a:t>Regional Voluntary Carbon Market Company </a:t>
            </a:r>
          </a:p>
        </p:txBody>
      </p:sp>
    </p:spTree>
    <p:extLst>
      <p:ext uri="{BB962C8B-B14F-4D97-AF65-F5344CB8AC3E}">
        <p14:creationId xmlns:p14="http://schemas.microsoft.com/office/powerpoint/2010/main" val="160543752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748281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64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ED3A330D-704F-4050-81F6-50A136E78604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3" name="2. Slide Title">
            <a:extLst>
              <a:ext uri="{FF2B5EF4-FFF2-40B4-BE49-F238E27FC236}">
                <a16:creationId xmlns:a16="http://schemas.microsoft.com/office/drawing/2014/main" id="{5C829ED6-90BF-4B02-AD53-C2B66EC5467C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2212"/>
            <a:ext cx="11082528" cy="731520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0F8ABF34-9C24-45F4-B9AE-EDBE37FAC548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954168"/>
            <a:ext cx="11082528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b="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0364ABB4-AE33-4DE9-A20C-DBDBFEC0CA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B1047342-C3A7-4EC5-A901-B426A06994F5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239275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9539150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6EDB0C68-81D8-4BCB-8FED-587D098337D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037646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88"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6EDB0C68-81D8-4BCB-8FED-587D098337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8EAA134-9792-4D41-898E-A83D3A4E3D6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06563"/>
            <a:ext cx="3813048" cy="769441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 rtl="0"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74A6D15-9D93-480F-A207-CA245151AE2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79744E48-04EF-4FA7-AF06-13E2E4A9BC5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212A0A19-F0CE-47AB-BC74-8D30DC67AC2F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239275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32663336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10AAB5F-CF0A-4C58-81CA-92C1A8CB900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192955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12"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10AAB5F-CF0A-4C58-81CA-92C1A8CB90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DA53433-5DFE-4583-A5C0-DE3F3C3DDE88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vert="horz" rIns="365760" anchor="ctr">
            <a:noAutofit/>
          </a:bodyPr>
          <a:lstStyle>
            <a:lvl1pPr rtl="0"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8CFBA6B2-A084-4532-80C0-2629A5553A7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29A5BC72-B58B-4282-B0EA-EE79CC589D7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1CE783E-0951-4AC5-827B-CDACA3E85DF1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239275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18004750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98064E9-3153-4628-A7D5-81F8DEADB0D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345116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6"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98064E9-3153-4628-A7D5-81F8DEADB0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4FCABF2-1291-4CAB-A39C-0FDD2FD8A1F5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E222DC4C-FD9F-4495-B0EA-3E6F1E35596A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4580468"/>
            <a:ext cx="11082528" cy="677108"/>
          </a:xfrm>
        </p:spPr>
        <p:txBody>
          <a:bodyPr vert="horz" anchor="b">
            <a:noAutofit/>
          </a:bodyPr>
          <a:lstStyle>
            <a:lvl1pPr rtl="0">
              <a:lnSpc>
                <a:spcPct val="100000"/>
              </a:lnSpc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C4B822-CA6B-4F05-8715-F74C6D5D34B1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8F89071A-FCD4-4931-B959-81108D770B1E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70A1B976-E1D1-428E-9858-52991862CC18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239275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54211538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52273FB-3270-4181-86FF-C1D92782D49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177191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60" name="think-cell Slide" r:id="rId10" imgW="592" imgH="591" progId="TCLayout.ActiveDocument.1">
                  <p:embed/>
                </p:oleObj>
              </mc:Choice>
              <mc:Fallback>
                <p:oleObj name="think-cell Slide" r:id="rId10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52273FB-3270-4181-86FF-C1D92782D4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DE3D51E-EFF4-4CED-8D1C-0D351D7D3278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34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FB296734-15F7-4BDF-BF7F-AD560B3E09D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05712" y="3530068"/>
            <a:ext cx="9180576" cy="549381"/>
          </a:xfrm>
          <a:prstGeom prst="rect">
            <a:avLst/>
          </a:prstGeom>
        </p:spPr>
        <p:txBody>
          <a:bodyPr vert="horz">
            <a:spAutoFit/>
          </a:bodyPr>
          <a:lstStyle>
            <a:lvl1pPr rtl="0">
              <a:lnSpc>
                <a:spcPct val="105000"/>
              </a:lnSpc>
              <a:defRPr sz="3400"/>
            </a:lvl1pPr>
          </a:lstStyle>
          <a:p>
            <a:r>
              <a:rPr lang="en-US"/>
              <a:t>“Click to add quote</a:t>
            </a:r>
          </a:p>
        </p:txBody>
      </p:sp>
      <p:sp>
        <p:nvSpPr>
          <p:cNvPr id="9" name="3. Subtitle">
            <a:extLst>
              <a:ext uri="{FF2B5EF4-FFF2-40B4-BE49-F238E27FC236}">
                <a16:creationId xmlns:a16="http://schemas.microsoft.com/office/drawing/2014/main" id="{F91EA195-0A6B-4141-BE0A-C29B8632D98B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1505712" y="4284630"/>
            <a:ext cx="918057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quote source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085514-D1F6-4D77-A23F-C5C66C21AB2E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878CBA30-A797-424E-A56B-F43F015ECE96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58609E01-C36E-4D03-80ED-9C68A78F8130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239275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77610021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3A3BA4A-22A3-4843-892F-E42C155B42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779882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84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3A3BA4A-22A3-4843-892F-E42C155B42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A2BA1E0C-CA9F-489D-B144-727B655BD190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7C125983-42A9-42F7-AA00-F56CD87B28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 rtl="0">
              <a:defRPr>
                <a:solidFill>
                  <a:srgbClr val="007A3C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D41FF9F-DFB7-4DFF-B338-08A2CA649393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E97B40B-AFF2-4819-823D-9831ADC756C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solidFill>
                  <a:schemeClr val="bg2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FA2006B5-B431-41F4-9B07-74A225E1A678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549973" y="6425891"/>
            <a:ext cx="2263775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>
                <a:solidFill>
                  <a:srgbClr val="DFBC7D"/>
                </a:solidFill>
                <a:latin typeface="+mn-lt"/>
                <a:cs typeface="Arial"/>
              </a:rPr>
              <a:t>شركة سوق الكربون الطوعي الاقليمية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>
                <a:solidFill>
                  <a:srgbClr val="DFBC7D"/>
                </a:solidFill>
                <a:latin typeface="+mn-lt"/>
                <a:cs typeface="Arial"/>
              </a:rPr>
              <a:t>Regional Voluntary Carbon Market Company </a:t>
            </a: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5C33712D-73DC-4C30-852F-4164244D3D7F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554735" y="6239275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>
                <a:solidFill>
                  <a:schemeClr val="bg2"/>
                </a:solidFill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8216461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 hidden="1">
            <a:extLst>
              <a:ext uri="{FF2B5EF4-FFF2-40B4-BE49-F238E27FC236}">
                <a16:creationId xmlns:a16="http://schemas.microsoft.com/office/drawing/2014/main" id="{D6AD2A36-39D2-411F-97A0-A92409896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049755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08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4" name="Object 2" hidden="1">
                        <a:extLst>
                          <a:ext uri="{FF2B5EF4-FFF2-40B4-BE49-F238E27FC236}">
                            <a16:creationId xmlns:a16="http://schemas.microsoft.com/office/drawing/2014/main" id="{D6AD2A36-39D2-411F-97A0-A92409896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6FA1A46-CC63-4D80-904D-B75922926F0D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F2EA5A09-84EC-4368-8C76-0BEA141A433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 rtl="0">
              <a:defRPr>
                <a:solidFill>
                  <a:srgbClr val="007A3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4BAE0A91-D3D3-4C9A-9F81-3C13D960A341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2635D98B-97DC-4A80-82A3-A8B3C701B736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465575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solidFill>
                  <a:schemeClr val="bg2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A70F84D3-85C8-4217-9A6A-45EE1AB63FD4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549973" y="6425891"/>
            <a:ext cx="2263775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>
                <a:solidFill>
                  <a:srgbClr val="DFBC7D"/>
                </a:solidFill>
                <a:latin typeface="+mn-lt"/>
                <a:cs typeface="Arial"/>
              </a:rPr>
              <a:t>شركة سوق الكربون الطوعي الاقليمية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>
                <a:solidFill>
                  <a:srgbClr val="DFBC7D"/>
                </a:solidFill>
                <a:latin typeface="+mn-lt"/>
                <a:cs typeface="Arial"/>
              </a:rPr>
              <a:t>Regional Voluntary Carbon Market Company </a:t>
            </a: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E43A94A3-D0DB-43DB-AB80-BF9D23EBE127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554735" y="6239275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>
                <a:solidFill>
                  <a:schemeClr val="bg2"/>
                </a:solidFill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73581907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F17EEF9-3DB9-4A02-BE2D-DE37DFD2B16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625103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32" name="think-cell Slide" r:id="rId11" imgW="592" imgH="591" progId="TCLayout.ActiveDocument.1">
                  <p:embed/>
                </p:oleObj>
              </mc:Choice>
              <mc:Fallback>
                <p:oleObj name="think-cell Slide" r:id="rId11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F17EEF9-3DB9-4A02-BE2D-DE37DFD2B1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F6D83EC-F243-46BA-8827-531E63D39DA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80B9914A-DB55-4BC1-945B-6BCB69651471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 rtl="0">
              <a:defRPr>
                <a:solidFill>
                  <a:srgbClr val="007A3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DFAFB1F1-9351-4B71-8B28-70BD6B35E3B1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54168"/>
            <a:ext cx="506577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6404B0A-A2B8-4CC0-AACE-22B9A9D22DC4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solidFill>
                  <a:schemeClr val="bg2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EA2AEA4C-46F0-4ECB-85C2-C0EC2DA3A4CB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549973" y="6425891"/>
            <a:ext cx="2263775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>
                <a:solidFill>
                  <a:srgbClr val="DFBC7D"/>
                </a:solidFill>
                <a:latin typeface="+mn-lt"/>
                <a:cs typeface="Arial"/>
              </a:rPr>
              <a:t>شركة سوق الكربون الطوعي الاقليمية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>
                <a:solidFill>
                  <a:srgbClr val="DFBC7D"/>
                </a:solidFill>
                <a:latin typeface="+mn-lt"/>
                <a:cs typeface="Arial"/>
              </a:rPr>
              <a:t>Regional Voluntary Carbon Market Company </a:t>
            </a: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364EFD63-6526-42E3-8AA0-DDFED9EE98E3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554735" y="6239275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>
                <a:solidFill>
                  <a:schemeClr val="bg2"/>
                </a:solidFill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5451415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312914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56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C7B8DBD3-5ABF-4E0A-9F2E-53C58888D156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E1D61C74-F3E2-42EF-998D-BEC7B3EBD0BC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 rtl="0">
              <a:defRPr>
                <a:solidFill>
                  <a:srgbClr val="007A3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48CA3F7F-79C3-4776-BD80-2B6BECA0AF60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54168"/>
            <a:ext cx="6967728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6F53EF37-F1B6-47E2-A119-A2386F59B295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solidFill>
                  <a:schemeClr val="bg2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9B051694-5CAD-4F24-9341-FEDAC6702D1A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549973" y="6425891"/>
            <a:ext cx="2263775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>
                <a:solidFill>
                  <a:srgbClr val="DFBC7D"/>
                </a:solidFill>
                <a:latin typeface="+mn-lt"/>
                <a:cs typeface="Arial"/>
              </a:rPr>
              <a:t>شركة سوق الكربون الطوعي الاقليمية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>
                <a:solidFill>
                  <a:srgbClr val="DFBC7D"/>
                </a:solidFill>
                <a:latin typeface="+mn-lt"/>
                <a:cs typeface="Arial"/>
              </a:rPr>
              <a:t>Regional Voluntary Carbon Market Company </a:t>
            </a: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105EB429-156C-4750-B543-101157D12F92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554735" y="6239275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>
                <a:solidFill>
                  <a:schemeClr val="bg2"/>
                </a:solidFill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4872796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B19533A-7C36-4239-BCB1-336E4EF4EA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99019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80"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B19533A-7C36-4239-BCB1-336E4EF4EA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F05418DB-2F6D-4E1E-889F-DE7C7630E9DF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2" name="RectangleLight">
            <a:extLst>
              <a:ext uri="{FF2B5EF4-FFF2-40B4-BE49-F238E27FC236}">
                <a16:creationId xmlns:a16="http://schemas.microsoft.com/office/drawing/2014/main" id="{65BA59B8-E166-40EF-A08B-73C27149A153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80B9914A-DB55-4BC1-945B-6BCB69651471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 rtl="0">
              <a:defRPr>
                <a:solidFill>
                  <a:srgbClr val="007A3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DFAFB1F1-9351-4B71-8B28-70BD6B35E3B1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54168"/>
            <a:ext cx="7918704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768EECA-1A03-46B2-B9BB-3C455A3710A4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solidFill>
                  <a:schemeClr val="bg2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CF32C9B4-101E-4EEF-8B1C-DE9AB679A507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549973" y="6425891"/>
            <a:ext cx="2263775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>
                <a:solidFill>
                  <a:srgbClr val="DFBC7D"/>
                </a:solidFill>
                <a:latin typeface="+mn-lt"/>
                <a:cs typeface="Arial"/>
              </a:rPr>
              <a:t>شركة سوق الكربون الطوعي الاقليمية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>
                <a:solidFill>
                  <a:srgbClr val="DFBC7D"/>
                </a:solidFill>
                <a:latin typeface="+mn-lt"/>
                <a:cs typeface="Arial"/>
              </a:rPr>
              <a:t>Regional Voluntary Carbon Market Company </a:t>
            </a: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8FB8270-F18F-443C-A4EC-0123063E1167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554735" y="6239275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>
                <a:solidFill>
                  <a:schemeClr val="bg2"/>
                </a:solidFill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93797645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F17EEF9-3DB9-4A02-BE2D-DE37DFD2B16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92329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04" name="think-cell Slide" r:id="rId11" imgW="592" imgH="591" progId="TCLayout.ActiveDocument.1">
                  <p:embed/>
                </p:oleObj>
              </mc:Choice>
              <mc:Fallback>
                <p:oleObj name="think-cell Slide" r:id="rId11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F17EEF9-3DB9-4A02-BE2D-DE37DFD2B1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F6D83EC-F243-46BA-8827-531E63D39DA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smtClean="0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>
              <a:solidFill>
                <a:srgbClr val="000000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80B9914A-DB55-4BC1-945B-6BCB69651471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DFAFB1F1-9351-4B71-8B28-70BD6B35E3B1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54168"/>
            <a:ext cx="506577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6404B0A-A2B8-4CC0-AACE-22B9A9D22DC4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solidFill>
                  <a:schemeClr val="tx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CB423DBC-755C-499E-97B9-2E9924F6BE47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549973" y="6425891"/>
            <a:ext cx="2263775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>
                <a:solidFill>
                  <a:srgbClr val="DFBC7D"/>
                </a:solidFill>
                <a:latin typeface="+mn-lt"/>
                <a:cs typeface="Arial"/>
              </a:rPr>
              <a:t>شركة سوق الكربون الطوعي الاقليمية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>
                <a:solidFill>
                  <a:srgbClr val="DFBC7D"/>
                </a:solidFill>
                <a:latin typeface="+mn-lt"/>
                <a:cs typeface="Arial"/>
              </a:rPr>
              <a:t>Regional Voluntary Carbon Market Company </a:t>
            </a: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0023C5FA-BF2D-4BE6-91C2-6F9780A7DDCC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554735" y="6239275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>
                <a:solidFill>
                  <a:schemeClr val="tx1"/>
                </a:solidFill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8088610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931083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28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C7B8DBD3-5ABF-4E0A-9F2E-53C58888D156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0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smtClean="0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>
              <a:solidFill>
                <a:srgbClr val="000000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6F53EF37-F1B6-47E2-A119-A2386F59B295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465576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lvl1pPr rtl="0">
              <a:defRPr lang="en-US" sz="800" b="0" dirty="0">
                <a:solidFill>
                  <a:schemeClr val="tx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1" name="2. Slide Title">
            <a:extLst>
              <a:ext uri="{FF2B5EF4-FFF2-40B4-BE49-F238E27FC236}">
                <a16:creationId xmlns:a16="http://schemas.microsoft.com/office/drawing/2014/main" id="{A2A8C6A2-26B8-46D0-B6A4-4D8C91B2772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63DE0353-99BC-4322-9D9F-E3C1556B87A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4" y="3659644"/>
            <a:ext cx="346557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DED8AB69-EB77-450C-909F-B6367D04EFEB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549973" y="6425891"/>
            <a:ext cx="2263775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>
                <a:solidFill>
                  <a:srgbClr val="DFBC7D"/>
                </a:solidFill>
                <a:latin typeface="+mn-lt"/>
                <a:cs typeface="Arial"/>
              </a:rPr>
              <a:t>شركة سوق الكربون الطوعي الاقليمية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>
                <a:solidFill>
                  <a:srgbClr val="DFBC7D"/>
                </a:solidFill>
                <a:latin typeface="+mn-lt"/>
                <a:cs typeface="Arial"/>
              </a:rPr>
              <a:t>Regional Voluntary Carbon Market Company </a:t>
            </a:r>
          </a:p>
        </p:txBody>
      </p:sp>
      <p:sp>
        <p:nvSpPr>
          <p:cNvPr id="14" name="5. Source" hidden="1">
            <a:extLst>
              <a:ext uri="{FF2B5EF4-FFF2-40B4-BE49-F238E27FC236}">
                <a16:creationId xmlns:a16="http://schemas.microsoft.com/office/drawing/2014/main" id="{352CE0A4-CE2E-4A6E-AF1F-1C0A7268B900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554735" y="6239275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>
                <a:solidFill>
                  <a:schemeClr val="tx1"/>
                </a:solidFill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53704232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B19533A-7C36-4239-BCB1-336E4EF4EA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44012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52"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B19533A-7C36-4239-BCB1-336E4EF4EA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F05418DB-2F6D-4E1E-889F-DE7C7630E9DF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2" name="RectangleLight">
            <a:extLst>
              <a:ext uri="{FF2B5EF4-FFF2-40B4-BE49-F238E27FC236}">
                <a16:creationId xmlns:a16="http://schemas.microsoft.com/office/drawing/2014/main" id="{65BA59B8-E166-40EF-A08B-73C27149A153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0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768EECA-1A03-46B2-B9BB-3C455A3710A4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2514600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lvl1pPr rtl="0">
              <a:defRPr lang="en-US" sz="800" b="0" dirty="0">
                <a:solidFill>
                  <a:schemeClr val="tx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1" name="2. Slide Title">
            <a:extLst>
              <a:ext uri="{FF2B5EF4-FFF2-40B4-BE49-F238E27FC236}">
                <a16:creationId xmlns:a16="http://schemas.microsoft.com/office/drawing/2014/main" id="{201E918A-7ADD-4595-9E5C-36C3D305CA4A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A0895B2F-2F72-4935-BC7F-BEA280D6C542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3659644"/>
            <a:ext cx="251460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78497BCD-545A-41A6-B245-676CA95E6409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549973" y="6425891"/>
            <a:ext cx="2263775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>
                <a:solidFill>
                  <a:srgbClr val="DFBC7D"/>
                </a:solidFill>
                <a:latin typeface="+mn-lt"/>
                <a:cs typeface="Arial"/>
              </a:rPr>
              <a:t>شركة سوق الكربون الطوعي الاقليمية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>
                <a:solidFill>
                  <a:srgbClr val="DFBC7D"/>
                </a:solidFill>
                <a:latin typeface="+mn-lt"/>
                <a:cs typeface="Arial"/>
              </a:rPr>
              <a:t>Regional Voluntary Carbon Market Company </a:t>
            </a:r>
          </a:p>
        </p:txBody>
      </p:sp>
      <p:sp>
        <p:nvSpPr>
          <p:cNvPr id="14" name="5. Source" hidden="1">
            <a:extLst>
              <a:ext uri="{FF2B5EF4-FFF2-40B4-BE49-F238E27FC236}">
                <a16:creationId xmlns:a16="http://schemas.microsoft.com/office/drawing/2014/main" id="{3362C30A-88A5-4867-9D48-AF4E6270BB10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554735" y="6239275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>
                <a:solidFill>
                  <a:schemeClr val="tx1"/>
                </a:solidFill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27387244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937BF69-DBBB-44FA-AA65-8999BD8B4E5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971556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6"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937BF69-DBBB-44FA-AA65-8999BD8B4E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440E0BC-D285-4CB0-BC8F-8E2C57BF2A20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75171"/>
            <a:ext cx="11082528" cy="989512"/>
          </a:xfrm>
        </p:spPr>
        <p:txBody>
          <a:bodyPr vert="horz">
            <a:no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5C5F547-1B1B-411D-99AF-7DE767A71F1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D8822FE3-95E2-4F63-A266-B99233A383A6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549973" y="6425891"/>
            <a:ext cx="2263775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>
                <a:solidFill>
                  <a:srgbClr val="DFBC7D"/>
                </a:solidFill>
                <a:latin typeface="+mn-lt"/>
                <a:cs typeface="Arial"/>
              </a:rPr>
              <a:t>شركة سوق الكربون الطوعي الاقليمية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>
                <a:solidFill>
                  <a:srgbClr val="DFBC7D"/>
                </a:solidFill>
                <a:latin typeface="+mn-lt"/>
                <a:cs typeface="Arial"/>
              </a:rPr>
              <a:t>Regional Voluntary Carbon Market Company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F61F7EC-21B0-4C86-85E6-49C9BEFC245D}"/>
              </a:ext>
            </a:extLst>
          </p:cNvPr>
          <p:cNvCxnSpPr>
            <a:cxnSpLocks/>
          </p:cNvCxnSpPr>
          <p:nvPr userDrawn="1"/>
        </p:nvCxnSpPr>
        <p:spPr bwMode="ltGray">
          <a:xfrm>
            <a:off x="0" y="1190083"/>
            <a:ext cx="5038492" cy="0"/>
          </a:xfrm>
          <a:prstGeom prst="line">
            <a:avLst/>
          </a:prstGeom>
          <a:ln w="19050" cap="flat">
            <a:solidFill>
              <a:srgbClr val="C5A46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DFB711B0-2A7B-4865-8202-EB92BA389430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239275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>
                <a:solidFill>
                  <a:schemeClr val="tx1"/>
                </a:solidFill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1464809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7CD2BF5E-92A7-41C4-93AE-C72274D09CB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600859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00"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7CD2BF5E-92A7-41C4-93AE-C72274D09C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">
            <a:extLst>
              <a:ext uri="{FF2B5EF4-FFF2-40B4-BE49-F238E27FC236}">
                <a16:creationId xmlns:a16="http://schemas.microsoft.com/office/drawing/2014/main" id="{4833D5AF-2A75-4978-AA54-00BA594BBA72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E9E206AB-587F-4AC2-9EF7-AA339899F4BB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4F5049B6-1218-466D-8209-69FC56C74010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549973" y="6425891"/>
            <a:ext cx="2263775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>
                <a:solidFill>
                  <a:srgbClr val="DFBC7D"/>
                </a:solidFill>
                <a:latin typeface="+mn-lt"/>
                <a:cs typeface="Arial"/>
              </a:rPr>
              <a:t>شركة سوق الكربون الطوعي الاقليمية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>
                <a:solidFill>
                  <a:srgbClr val="DFBC7D"/>
                </a:solidFill>
                <a:latin typeface="+mn-lt"/>
                <a:cs typeface="Arial"/>
              </a:rPr>
              <a:t>Regional Voluntary Carbon Market Company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B0178C-6C07-4605-B9A5-2490EAF1FC20}"/>
              </a:ext>
            </a:extLst>
          </p:cNvPr>
          <p:cNvCxnSpPr>
            <a:cxnSpLocks/>
          </p:cNvCxnSpPr>
          <p:nvPr userDrawn="1"/>
        </p:nvCxnSpPr>
        <p:spPr bwMode="ltGray">
          <a:xfrm>
            <a:off x="0" y="928950"/>
            <a:ext cx="5038492" cy="0"/>
          </a:xfrm>
          <a:prstGeom prst="line">
            <a:avLst/>
          </a:prstGeom>
          <a:ln w="19050" cap="flat">
            <a:solidFill>
              <a:srgbClr val="C5A46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FD4D6CBE-A565-44E9-9527-A0A067FC0DB2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239275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>
                <a:solidFill>
                  <a:schemeClr val="tx1"/>
                </a:solidFill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5683016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E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A9CF6F9-3F22-4C1D-8F1F-9500FF41222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785827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24" name="think-cell Slide" r:id="rId5" imgW="592" imgH="591" progId="TCLayout.ActiveDocument.1">
                  <p:embed/>
                </p:oleObj>
              </mc:Choice>
              <mc:Fallback>
                <p:oleObj name="think-cell Slide" r:id="rId5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A9CF6F9-3F22-4C1D-8F1F-9500FF412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EED9D83D-9CC3-45F3-876D-CC42BC0B70E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/>
              <a:t>Source: …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3A06CB3-3EA5-4F89-8294-C22E8ED1353D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3412573" y="2998113"/>
            <a:ext cx="5366855" cy="8617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800" b="1">
                <a:solidFill>
                  <a:srgbClr val="DFBC7D"/>
                </a:solidFill>
                <a:latin typeface="+mn-lt"/>
                <a:cs typeface="Arial"/>
              </a:rPr>
              <a:t>شركة سوق الكربون الطوعي الاقليمية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800" b="1">
                <a:solidFill>
                  <a:srgbClr val="DFBC7D"/>
                </a:solidFill>
                <a:latin typeface="+mn-lt"/>
                <a:cs typeface="Arial"/>
              </a:rPr>
              <a:t>Regional Voluntary Carbon Market Company </a:t>
            </a:r>
          </a:p>
        </p:txBody>
      </p:sp>
    </p:spTree>
    <p:extLst>
      <p:ext uri="{BB962C8B-B14F-4D97-AF65-F5344CB8AC3E}">
        <p14:creationId xmlns:p14="http://schemas.microsoft.com/office/powerpoint/2010/main" val="85993545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274284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48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1EE9FF4B-7331-4DE1-A594-C0C335ED5BE5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11082528" cy="276999"/>
          </a:xfrm>
        </p:spPr>
        <p:txBody>
          <a:bodyPr anchor="ctr" anchorCtr="0"/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17597474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018535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96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0" i="0" baseline="0" dirty="0">
              <a:solidFill>
                <a:schemeClr val="bg1"/>
              </a:solidFill>
              <a:latin typeface="Sakkal Majalla" panose="02000000000000000000" pitchFamily="2" charset="-78"/>
              <a:ea typeface="+mj-ea"/>
              <a:cs typeface="+mj-cs"/>
              <a:sym typeface="Sakkal Majalla" panose="02000000000000000000" pitchFamily="2" charset="-78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A2B502E-E2C5-4E67-811A-5A289649DC25}"/>
              </a:ext>
            </a:extLst>
          </p:cNvPr>
          <p:cNvSpPr/>
          <p:nvPr/>
        </p:nvSpPr>
        <p:spPr bwMode="ltGray">
          <a:xfrm>
            <a:off x="0" y="0"/>
            <a:ext cx="12192000" cy="6858000"/>
          </a:xfrm>
          <a:prstGeom prst="rect">
            <a:avLst/>
          </a:prstGeom>
          <a:solidFill>
            <a:srgbClr val="F6EFDE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2000" dirty="0">
              <a:solidFill>
                <a:srgbClr val="575757"/>
              </a:solidFill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 bwMode="auto">
          <a:xfrm>
            <a:off x="550800" y="5957352"/>
            <a:ext cx="9262259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/>
            </a:lvl1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 bwMode="auto">
          <a:xfrm>
            <a:off x="551941" y="5539743"/>
            <a:ext cx="9262259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 bwMode="auto">
          <a:xfrm>
            <a:off x="551941" y="4064480"/>
            <a:ext cx="9262259" cy="135421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28" name="TextBox 5"/>
          <p:cNvSpPr txBox="1">
            <a:spLocks noChangeArrowheads="1"/>
          </p:cNvSpPr>
          <p:nvPr/>
        </p:nvSpPr>
        <p:spPr bwMode="gray">
          <a:xfrm>
            <a:off x="35748" y="6308725"/>
            <a:ext cx="2831897" cy="503590"/>
          </a:xfrm>
          <a:prstGeom prst="rect">
            <a:avLst/>
          </a:prstGeom>
          <a:noFill/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</a:endParaRPr>
          </a:p>
          <a:p>
            <a:pPr algn="ctr" eaLnBrk="1" hangingPunct="1"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</a:rPr>
              <a:t>Regional Voluntary Carbon Market Company   </a:t>
            </a:r>
          </a:p>
        </p:txBody>
      </p:sp>
    </p:spTree>
    <p:extLst>
      <p:ext uri="{BB962C8B-B14F-4D97-AF65-F5344CB8AC3E}">
        <p14:creationId xmlns:p14="http://schemas.microsoft.com/office/powerpoint/2010/main" val="296717306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958432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20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0" i="0" baseline="0" dirty="0">
              <a:solidFill>
                <a:schemeClr val="bg1"/>
              </a:solidFill>
              <a:latin typeface="Sakkal Majalla" panose="02000000000000000000" pitchFamily="2" charset="-78"/>
              <a:ea typeface="+mj-ea"/>
              <a:cs typeface="+mj-cs"/>
              <a:sym typeface="Sakkal Majalla" panose="02000000000000000000" pitchFamily="2" charset="-78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519011"/>
            <a:ext cx="11082528" cy="38472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954168"/>
            <a:ext cx="11082528" cy="27699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800" b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2" name="5. Source" hidden="1">
            <a:extLst>
              <a:ext uri="{FF2B5EF4-FFF2-40B4-BE49-F238E27FC236}">
                <a16:creationId xmlns:a16="http://schemas.microsoft.com/office/drawing/2014/main" id="{0A560AFD-B043-32A5-5AB6-A5DE5FD9B451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19217803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9BA84E71-6FE7-4585-B82E-BE5603311945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53850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44"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9BA84E71-6FE7-4585-B82E-BE56033119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D62A08AB-557D-4245-84FA-9DB6B6C6845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A2582D75-79F8-4634-92EF-A9F0840C018B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2" name="5. Source" hidden="1">
            <a:extLst>
              <a:ext uri="{FF2B5EF4-FFF2-40B4-BE49-F238E27FC236}">
                <a16:creationId xmlns:a16="http://schemas.microsoft.com/office/drawing/2014/main" id="{AFED9B48-A2C7-772B-2338-18942B8FCD51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55569693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C4F5195-E8F7-4A2F-B02E-643BB3D8838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406582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68"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C4F5195-E8F7-4A2F-B02E-643BB3D883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15EFC92-5E3D-4BDC-A378-85D30212A9E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4983596-431B-4F12-AA07-76914CD3DEE7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C08678F0-D6F9-73F0-5D13-66250D0C25DA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179895936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749425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92"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DCF374B-2477-45CD-A00B-B8676A45ACD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FA764DC8-CEA6-42F3-8E66-7C768AAD275E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F0F693DD-6027-C8DA-DFE7-AF8D0FE12EFF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119665341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C6EE29E-F64A-419F-BFB0-EEDEB71953F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09904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6" name="think-cell Slide" r:id="rId10" imgW="592" imgH="591" progId="TCLayout.ActiveDocument.1">
                  <p:embed/>
                </p:oleObj>
              </mc:Choice>
              <mc:Fallback>
                <p:oleObj name="think-cell Slide" r:id="rId10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C6EE29E-F64A-419F-BFB0-EEDEB71953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9526043-F22A-4ED3-B0A1-DD7C4F83AF9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05712" y="3530068"/>
            <a:ext cx="9180576" cy="549381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5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1505712" y="4284630"/>
            <a:ext cx="9180576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556D1499-3230-4098-85B2-D4CC7CA621F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603931E8-C43A-FABE-CBD9-3EFB12249C80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93567197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851925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40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67C50C85-5FB9-4798-A8A4-1DA5B9F3ACC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0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4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F6EFDE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anchor="b">
            <a:noAutofit/>
          </a:bodyPr>
          <a:lstStyle>
            <a:lvl1pPr>
              <a:defRPr>
                <a:solidFill>
                  <a:srgbClr val="007A3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6552B7E-7081-4EA8-9351-FE4C7216ADF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4" name="TextBox 5"/>
          <p:cNvSpPr txBox="1">
            <a:spLocks noChangeArrowheads="1"/>
          </p:cNvSpPr>
          <p:nvPr/>
        </p:nvSpPr>
        <p:spPr bwMode="gray">
          <a:xfrm>
            <a:off x="0" y="6354410"/>
            <a:ext cx="2876625" cy="503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  <p:sp>
        <p:nvSpPr>
          <p:cNvPr id="2" name="5. Source" hidden="1">
            <a:extLst>
              <a:ext uri="{FF2B5EF4-FFF2-40B4-BE49-F238E27FC236}">
                <a16:creationId xmlns:a16="http://schemas.microsoft.com/office/drawing/2014/main" id="{B657F6E0-54FD-E26A-6180-F714041DD60E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989723173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43629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64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9D2CA90-0144-4292-9526-98A508F5317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0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4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F6EFDE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algn="l">
              <a:defRPr>
                <a:solidFill>
                  <a:srgbClr val="007A3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9C07342-0520-417C-B878-54C94CBD853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5" name="TextBox 5"/>
          <p:cNvSpPr txBox="1">
            <a:spLocks noChangeArrowheads="1"/>
          </p:cNvSpPr>
          <p:nvPr/>
        </p:nvSpPr>
        <p:spPr bwMode="gray">
          <a:xfrm>
            <a:off x="0" y="6354410"/>
            <a:ext cx="2876625" cy="503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  <p:sp>
        <p:nvSpPr>
          <p:cNvPr id="2" name="5. Source" hidden="1">
            <a:extLst>
              <a:ext uri="{FF2B5EF4-FFF2-40B4-BE49-F238E27FC236}">
                <a16:creationId xmlns:a16="http://schemas.microsoft.com/office/drawing/2014/main" id="{DAFDD9C8-5420-6B82-FCA5-CE4ECE8054AD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53033409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903524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88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1725BD87-3C3D-45F6-BBCF-F06FD867659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4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F6EFDE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519011"/>
            <a:ext cx="5065776" cy="3847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54168"/>
            <a:ext cx="5065776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9BE4D1E-183A-499B-BFC7-798294EB7AE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5" name="TextBox 5"/>
          <p:cNvSpPr txBox="1">
            <a:spLocks noChangeArrowheads="1"/>
          </p:cNvSpPr>
          <p:nvPr/>
        </p:nvSpPr>
        <p:spPr bwMode="gray">
          <a:xfrm>
            <a:off x="0" y="6354410"/>
            <a:ext cx="2876625" cy="503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  <p:sp>
        <p:nvSpPr>
          <p:cNvPr id="2" name="5. Source" hidden="1">
            <a:extLst>
              <a:ext uri="{FF2B5EF4-FFF2-40B4-BE49-F238E27FC236}">
                <a16:creationId xmlns:a16="http://schemas.microsoft.com/office/drawing/2014/main" id="{56E3FE74-AC36-4A9C-D854-466F6DF4F720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154607930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995994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12"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D668F04-7049-40BA-8D63-D8BBB692131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519011"/>
            <a:ext cx="6967728" cy="3847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5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F6EFDE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54168"/>
            <a:ext cx="69677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C393009-0681-4A8F-A1E9-19E10A949DC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4" name="TextBox 5"/>
          <p:cNvSpPr txBox="1">
            <a:spLocks noChangeArrowheads="1"/>
          </p:cNvSpPr>
          <p:nvPr/>
        </p:nvSpPr>
        <p:spPr bwMode="gray">
          <a:xfrm>
            <a:off x="0" y="6354410"/>
            <a:ext cx="2876625" cy="503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  <p:sp>
        <p:nvSpPr>
          <p:cNvPr id="2" name="5. Source" hidden="1">
            <a:extLst>
              <a:ext uri="{FF2B5EF4-FFF2-40B4-BE49-F238E27FC236}">
                <a16:creationId xmlns:a16="http://schemas.microsoft.com/office/drawing/2014/main" id="{15FE2792-BBD8-E81F-CBB6-B8122C970496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2346261" y="6498754"/>
            <a:ext cx="6967729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575243259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519854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36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50854476-2923-4515-A585-4477FF86118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>
            <p:custDataLst>
              <p:tags r:id="rId4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F6EFDE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519011"/>
            <a:ext cx="7918704" cy="3847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54168"/>
            <a:ext cx="791870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DEC2F904-C5C8-4B39-9C46-6CA56144D86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4" name="TextBox 5"/>
          <p:cNvSpPr txBox="1">
            <a:spLocks noChangeArrowheads="1"/>
          </p:cNvSpPr>
          <p:nvPr/>
        </p:nvSpPr>
        <p:spPr bwMode="gray">
          <a:xfrm>
            <a:off x="0" y="6354410"/>
            <a:ext cx="2876625" cy="503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  <p:sp>
        <p:nvSpPr>
          <p:cNvPr id="2" name="5. Source" hidden="1">
            <a:extLst>
              <a:ext uri="{FF2B5EF4-FFF2-40B4-BE49-F238E27FC236}">
                <a16:creationId xmlns:a16="http://schemas.microsoft.com/office/drawing/2014/main" id="{EF97DEFC-4ADE-6073-CAB7-D3376A3FB69C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616150112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193651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60"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D5E1493-E8EF-4031-B447-85DA0B4181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CEB140E-B5F2-4B9D-9989-70325FFB30B8}"/>
              </a:ext>
            </a:extLst>
          </p:cNvPr>
          <p:cNvCxnSpPr>
            <a:cxnSpLocks/>
          </p:cNvCxnSpPr>
          <p:nvPr/>
        </p:nvCxnSpPr>
        <p:spPr bwMode="ltGray">
          <a:xfrm>
            <a:off x="0" y="928950"/>
            <a:ext cx="5038492" cy="0"/>
          </a:xfrm>
          <a:prstGeom prst="line">
            <a:avLst/>
          </a:prstGeom>
          <a:ln w="19050" cap="flat">
            <a:solidFill>
              <a:srgbClr val="C5A46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5"/>
          <p:cNvSpPr txBox="1">
            <a:spLocks noChangeArrowheads="1"/>
          </p:cNvSpPr>
          <p:nvPr/>
        </p:nvSpPr>
        <p:spPr bwMode="gray">
          <a:xfrm>
            <a:off x="0" y="6354410"/>
            <a:ext cx="2876625" cy="503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  <p:sp>
        <p:nvSpPr>
          <p:cNvPr id="3" name="5. Source" hidden="1">
            <a:extLst>
              <a:ext uri="{FF2B5EF4-FFF2-40B4-BE49-F238E27FC236}">
                <a16:creationId xmlns:a16="http://schemas.microsoft.com/office/drawing/2014/main" id="{FB407757-8F45-1715-D000-B6930ADAF555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587057881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86136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84" name="think-cell Slide" r:id="rId5" imgW="592" imgH="591" progId="TCLayout.ActiveDocument.1">
                  <p:embed/>
                </p:oleObj>
              </mc:Choice>
              <mc:Fallback>
                <p:oleObj name="think-cell Slide" r:id="rId5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A954CCC1-5027-4384-BFF6-B54153C697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>
            <a:spLocks noChangeArrowheads="1"/>
          </p:cNvSpPr>
          <p:nvPr/>
        </p:nvSpPr>
        <p:spPr bwMode="gray">
          <a:xfrm>
            <a:off x="3148998" y="3082571"/>
            <a:ext cx="5594614" cy="93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28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28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8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  <p:sp>
        <p:nvSpPr>
          <p:cNvPr id="3" name="5. Source" hidden="1">
            <a:extLst>
              <a:ext uri="{FF2B5EF4-FFF2-40B4-BE49-F238E27FC236}">
                <a16:creationId xmlns:a16="http://schemas.microsoft.com/office/drawing/2014/main" id="{673E495D-2F5D-07D3-42F6-0CF1D1B10B41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372294809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326262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08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221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884725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113DFDDF-7DA2-4E92-8555-8B9DB1295FAA}"/>
              </a:ext>
            </a:extLst>
          </p:cNvPr>
          <p:cNvSpPr>
            <a:spLocks noGrp="1"/>
          </p:cNvSpPr>
          <p:nvPr>
            <p:ph type="body" sz="quarter" idx="16" hasCustomPrompt="1"/>
            <p:custDataLst>
              <p:tags r:id="rId7"/>
            </p:custDataLst>
          </p:nvPr>
        </p:nvSpPr>
        <p:spPr>
          <a:xfrm>
            <a:off x="7156704" y="89320"/>
            <a:ext cx="4480560" cy="123111"/>
          </a:xfrm>
        </p:spPr>
        <p:txBody>
          <a:bodyPr vert="horz" wrap="square" lIns="0" tIns="0" rIns="0" bIns="0" rtlCol="0" anchor="ctr" anchorCtr="0">
            <a:spAutoFit/>
          </a:bodyPr>
          <a:lstStyle>
            <a:lvl1pPr algn="r">
              <a:defRPr lang="en-US" sz="800" dirty="0"/>
            </a:lvl1pPr>
          </a:lstStyle>
          <a:p>
            <a:pPr lvl="0" algn="r"/>
            <a:r>
              <a:rPr lang="en-US" dirty="0"/>
              <a:t>Chapter › Topic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07A6170-258A-B261-1AF0-84D322477F3A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94869537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623209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32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GB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82372"/>
            <a:ext cx="11082528" cy="73152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GB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GB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 rtl="0">
              <a:defRPr sz="800">
                <a:latin typeface="+mn-lt"/>
              </a:defRPr>
            </a:lvl1pPr>
          </a:lstStyle>
          <a:p>
            <a:pPr lvl="0"/>
            <a:r>
              <a:rPr lang="en-GB"/>
              <a:t>Chapter › Topic</a:t>
            </a:r>
            <a:endParaRPr lang="en-GB" dirty="0"/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1EE9FF4B-7331-4DE1-A594-C0C335ED5BE5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03861"/>
            <a:ext cx="11082528" cy="276999"/>
          </a:xfrm>
        </p:spPr>
        <p:txBody>
          <a:bodyPr anchor="ctr" anchorCtr="0"/>
          <a:lstStyle>
            <a:lvl1pPr rtl="0">
              <a:defRPr/>
            </a:lvl1pPr>
          </a:lstStyle>
          <a:p>
            <a:r>
              <a:rPr lang="en-US" sz="1600"/>
              <a:t>Click to edit Master subtitle style</a:t>
            </a:r>
            <a:endParaRPr lang="en-GB" sz="1600" dirty="0"/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864E9718-BF83-8AC8-3BC8-DB4C642CAD04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87705267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BAF19FD1-F55B-47CA-98C2-847FF06FB465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7156704" y="89319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9" name="TextBox 5"/>
          <p:cNvSpPr txBox="1">
            <a:spLocks noChangeArrowheads="1"/>
          </p:cNvSpPr>
          <p:nvPr/>
        </p:nvSpPr>
        <p:spPr bwMode="gray">
          <a:xfrm>
            <a:off x="0" y="6354410"/>
            <a:ext cx="2876625" cy="503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</p:spTree>
    <p:extLst>
      <p:ext uri="{BB962C8B-B14F-4D97-AF65-F5344CB8AC3E}">
        <p14:creationId xmlns:p14="http://schemas.microsoft.com/office/powerpoint/2010/main" val="201989317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731908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6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C7B8DBD3-5ABF-4E0A-9F2E-53C58888D156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0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E1D61C74-F3E2-42EF-998D-BEC7B3EBD0BC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519011"/>
            <a:ext cx="6967728" cy="384721"/>
          </a:xfrm>
        </p:spPr>
        <p:txBody>
          <a:bodyPr/>
          <a:lstStyle>
            <a:lvl1pPr>
              <a:defRPr>
                <a:solidFill>
                  <a:srgbClr val="007A3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5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48CA3F7F-79C3-4776-BD80-2B6BECA0AF60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54168"/>
            <a:ext cx="69677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6F53EF37-F1B6-47E2-A119-A2386F59B295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2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gray">
          <a:xfrm>
            <a:off x="20942" y="6336156"/>
            <a:ext cx="2779232" cy="5035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  <p:sp>
        <p:nvSpPr>
          <p:cNvPr id="2" name="5. Source" hidden="1">
            <a:extLst>
              <a:ext uri="{FF2B5EF4-FFF2-40B4-BE49-F238E27FC236}">
                <a16:creationId xmlns:a16="http://schemas.microsoft.com/office/drawing/2014/main" id="{96763587-F16B-883D-AF2B-0044901D4602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2346261" y="6498754"/>
            <a:ext cx="6967729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508251391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rast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874AF67-BBA0-48F4-BB9F-52963443351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752158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04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874AF67-BBA0-48F4-BB9F-5296344335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74AC7356-FF66-4AA7-8B9E-231A866C821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0" i="0" baseline="0" dirty="0">
              <a:solidFill>
                <a:schemeClr val="bg1"/>
              </a:solidFill>
              <a:latin typeface="Sakkal Majalla" panose="02000000000000000000" pitchFamily="2" charset="-78"/>
              <a:ea typeface="+mj-ea"/>
              <a:cs typeface="+mj-cs"/>
              <a:sym typeface="Sakkal Majalla" panose="02000000000000000000" pitchFamily="2" charset="-78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F09C2A4-9596-47A1-9592-B0C1A45EA2D5}"/>
              </a:ext>
            </a:extLst>
          </p:cNvPr>
          <p:cNvSpPr/>
          <p:nvPr/>
        </p:nvSpPr>
        <p:spPr bwMode="ltGray">
          <a:xfrm>
            <a:off x="-79207" y="0"/>
            <a:ext cx="12192000" cy="6858000"/>
          </a:xfrm>
          <a:prstGeom prst="rect">
            <a:avLst/>
          </a:prstGeom>
          <a:noFill/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kkal Majalla"/>
              <a:ea typeface="+mn-ea"/>
              <a:cs typeface="Sakkal Majalla" panose="02000000000000000000" pitchFamily="2" charset="-78"/>
              <a:sym typeface="Sakkal Majalla" panose="02000000000000000000" pitchFamily="2" charset="-78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B0F886C-842F-4754-A3C5-FE6EA61340E9}"/>
              </a:ext>
            </a:extLst>
          </p:cNvPr>
          <p:cNvSpPr/>
          <p:nvPr/>
        </p:nvSpPr>
        <p:spPr bwMode="ltGray">
          <a:xfrm>
            <a:off x="0" y="0"/>
            <a:ext cx="12192000" cy="6858000"/>
          </a:xfrm>
          <a:prstGeom prst="rect">
            <a:avLst/>
          </a:prstGeom>
          <a:noFill/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kkal Majalla"/>
              <a:ea typeface="+mn-ea"/>
              <a:cs typeface="Sakkal Majalla" panose="02000000000000000000" pitchFamily="2" charset="-78"/>
              <a:sym typeface="Sakkal Majalla" panose="02000000000000000000" pitchFamily="2" charset="-78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1FDDE8A-256D-4829-B32F-BD859FB5F5ED}"/>
              </a:ext>
            </a:extLst>
          </p:cNvPr>
          <p:cNvCxnSpPr/>
          <p:nvPr/>
        </p:nvCxnSpPr>
        <p:spPr bwMode="ltGray">
          <a:xfrm flipH="1">
            <a:off x="9861755" y="0"/>
            <a:ext cx="792000" cy="6858000"/>
          </a:xfrm>
          <a:prstGeom prst="line">
            <a:avLst/>
          </a:prstGeom>
          <a:noFill/>
          <a:ln w="9525" cap="flat" cmpd="sng" algn="ctr">
            <a:solidFill>
              <a:srgbClr val="C5A464"/>
            </a:solidFill>
            <a:prstDash val="solid"/>
          </a:ln>
          <a:effectLst/>
        </p:spPr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8FB1277-C889-44D0-82F1-6F0489B3E935}"/>
              </a:ext>
            </a:extLst>
          </p:cNvPr>
          <p:cNvCxnSpPr/>
          <p:nvPr/>
        </p:nvCxnSpPr>
        <p:spPr bwMode="ltGray">
          <a:xfrm flipH="1">
            <a:off x="10257755" y="0"/>
            <a:ext cx="273097" cy="6858000"/>
          </a:xfrm>
          <a:prstGeom prst="line">
            <a:avLst/>
          </a:prstGeom>
          <a:noFill/>
          <a:ln w="9525" cap="flat" cmpd="sng" algn="ctr">
            <a:solidFill>
              <a:srgbClr val="C5A464"/>
            </a:solidFill>
            <a:prstDash val="solid"/>
          </a:ln>
          <a:effectLst/>
        </p:spPr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59DDF78-CA46-462C-B558-B66B33EF961F}"/>
              </a:ext>
            </a:extLst>
          </p:cNvPr>
          <p:cNvCxnSpPr/>
          <p:nvPr/>
        </p:nvCxnSpPr>
        <p:spPr bwMode="ltGray">
          <a:xfrm>
            <a:off x="10394303" y="0"/>
            <a:ext cx="352355" cy="6858000"/>
          </a:xfrm>
          <a:prstGeom prst="line">
            <a:avLst/>
          </a:prstGeom>
          <a:noFill/>
          <a:ln w="9525" cap="flat" cmpd="sng" algn="ctr">
            <a:solidFill>
              <a:srgbClr val="C5A464"/>
            </a:solidFill>
            <a:prstDash val="solid"/>
          </a:ln>
          <a:effectLst/>
        </p:spPr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012EF80-669E-467D-830E-6D64592DDB75}"/>
              </a:ext>
            </a:extLst>
          </p:cNvPr>
          <p:cNvCxnSpPr/>
          <p:nvPr/>
        </p:nvCxnSpPr>
        <p:spPr bwMode="ltGray">
          <a:xfrm>
            <a:off x="10218426" y="0"/>
            <a:ext cx="1108335" cy="6858000"/>
          </a:xfrm>
          <a:prstGeom prst="line">
            <a:avLst/>
          </a:prstGeom>
          <a:noFill/>
          <a:ln w="9525" cap="flat" cmpd="sng" algn="ctr">
            <a:solidFill>
              <a:srgbClr val="C5A464"/>
            </a:solidFill>
            <a:prstDash val="solid"/>
          </a:ln>
          <a:effectLst/>
        </p:spPr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0F13AC0-947D-4153-A338-059DEAA92C07}"/>
              </a:ext>
            </a:extLst>
          </p:cNvPr>
          <p:cNvCxnSpPr/>
          <p:nvPr/>
        </p:nvCxnSpPr>
        <p:spPr bwMode="ltGray">
          <a:xfrm>
            <a:off x="9989574" y="0"/>
            <a:ext cx="2035278" cy="6858000"/>
          </a:xfrm>
          <a:prstGeom prst="line">
            <a:avLst/>
          </a:prstGeom>
          <a:noFill/>
          <a:ln w="9525" cap="flat" cmpd="sng" algn="ctr">
            <a:solidFill>
              <a:srgbClr val="C5A464"/>
            </a:solidFill>
            <a:prstDash val="solid"/>
          </a:ln>
          <a:effectLst/>
        </p:spPr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AB51C1B-E637-4DDB-BF5A-EA307BF66F38}"/>
              </a:ext>
            </a:extLst>
          </p:cNvPr>
          <p:cNvCxnSpPr/>
          <p:nvPr/>
        </p:nvCxnSpPr>
        <p:spPr bwMode="ltGray">
          <a:xfrm>
            <a:off x="9669772" y="0"/>
            <a:ext cx="2522228" cy="5338916"/>
          </a:xfrm>
          <a:prstGeom prst="line">
            <a:avLst/>
          </a:prstGeom>
          <a:noFill/>
          <a:ln w="9525" cap="flat" cmpd="sng" algn="ctr">
            <a:solidFill>
              <a:srgbClr val="C5A464"/>
            </a:solidFill>
            <a:prstDash val="solid"/>
          </a:ln>
          <a:effectLst/>
        </p:spPr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3226A6-30E7-4D1F-BB43-ACD8D7B5B88B}"/>
              </a:ext>
            </a:extLst>
          </p:cNvPr>
          <p:cNvCxnSpPr/>
          <p:nvPr/>
        </p:nvCxnSpPr>
        <p:spPr bwMode="ltGray">
          <a:xfrm>
            <a:off x="9242323" y="0"/>
            <a:ext cx="2949677" cy="4237703"/>
          </a:xfrm>
          <a:prstGeom prst="line">
            <a:avLst/>
          </a:prstGeom>
          <a:noFill/>
          <a:ln w="9525" cap="flat" cmpd="sng" algn="ctr">
            <a:solidFill>
              <a:srgbClr val="C5A464"/>
            </a:solidFill>
            <a:prstDash val="solid"/>
          </a:ln>
          <a:effectLst/>
        </p:spPr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072E105-B024-4048-B8A8-CFDBC69056A8}"/>
              </a:ext>
            </a:extLst>
          </p:cNvPr>
          <p:cNvCxnSpPr/>
          <p:nvPr/>
        </p:nvCxnSpPr>
        <p:spPr bwMode="ltGray">
          <a:xfrm>
            <a:off x="8662220" y="0"/>
            <a:ext cx="3529780" cy="3549445"/>
          </a:xfrm>
          <a:prstGeom prst="line">
            <a:avLst/>
          </a:prstGeom>
          <a:noFill/>
          <a:ln w="9525" cap="flat" cmpd="sng" algn="ctr">
            <a:solidFill>
              <a:srgbClr val="C5A464"/>
            </a:solidFill>
            <a:prstDash val="solid"/>
          </a:ln>
          <a:effectLst/>
        </p:spPr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8C6F0BD-7798-4350-8CD0-96E006716FB1}"/>
              </a:ext>
            </a:extLst>
          </p:cNvPr>
          <p:cNvCxnSpPr/>
          <p:nvPr/>
        </p:nvCxnSpPr>
        <p:spPr bwMode="ltGray">
          <a:xfrm>
            <a:off x="7747819" y="0"/>
            <a:ext cx="4444181" cy="3116826"/>
          </a:xfrm>
          <a:prstGeom prst="line">
            <a:avLst/>
          </a:prstGeom>
          <a:noFill/>
          <a:ln w="9525" cap="flat" cmpd="sng" algn="ctr">
            <a:solidFill>
              <a:srgbClr val="C5A464"/>
            </a:solidFill>
            <a:prstDash val="solid"/>
          </a:ln>
          <a:effectLst/>
        </p:spPr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8F71EE1-53F3-4962-BFA9-3606B34473C3}"/>
              </a:ext>
            </a:extLst>
          </p:cNvPr>
          <p:cNvCxnSpPr/>
          <p:nvPr/>
        </p:nvCxnSpPr>
        <p:spPr bwMode="ltGray">
          <a:xfrm>
            <a:off x="6312310" y="0"/>
            <a:ext cx="5879690" cy="2782529"/>
          </a:xfrm>
          <a:prstGeom prst="line">
            <a:avLst/>
          </a:prstGeom>
          <a:noFill/>
          <a:ln w="9525" cap="flat" cmpd="sng" algn="ctr">
            <a:solidFill>
              <a:srgbClr val="C5A464"/>
            </a:solidFill>
            <a:prstDash val="solid"/>
          </a:ln>
          <a:effectLst/>
        </p:spPr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9705469-4D1D-49A4-AD1F-6694E42397F4}"/>
              </a:ext>
            </a:extLst>
          </p:cNvPr>
          <p:cNvCxnSpPr/>
          <p:nvPr/>
        </p:nvCxnSpPr>
        <p:spPr bwMode="ltGray">
          <a:xfrm>
            <a:off x="3677014" y="0"/>
            <a:ext cx="8514986" cy="2566219"/>
          </a:xfrm>
          <a:prstGeom prst="line">
            <a:avLst/>
          </a:prstGeom>
          <a:noFill/>
          <a:ln w="9525" cap="flat" cmpd="sng" algn="ctr">
            <a:solidFill>
              <a:srgbClr val="C5A464"/>
            </a:solidFill>
            <a:prstDash val="solid"/>
          </a:ln>
          <a:effectLst/>
        </p:spPr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5A99199-C1B3-4EE6-BE05-E9F02E93EBF7}"/>
              </a:ext>
            </a:extLst>
          </p:cNvPr>
          <p:cNvCxnSpPr/>
          <p:nvPr/>
        </p:nvCxnSpPr>
        <p:spPr bwMode="ltGray">
          <a:xfrm>
            <a:off x="3310" y="395525"/>
            <a:ext cx="12188690" cy="1980083"/>
          </a:xfrm>
          <a:prstGeom prst="line">
            <a:avLst/>
          </a:prstGeom>
          <a:noFill/>
          <a:ln w="9525" cap="flat" cmpd="sng" algn="ctr">
            <a:solidFill>
              <a:srgbClr val="C5A464"/>
            </a:solidFill>
            <a:prstDash val="solid"/>
          </a:ln>
          <a:effectLst/>
        </p:spPr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8612D0A-B55A-45A7-AD37-192730824DBB}"/>
              </a:ext>
            </a:extLst>
          </p:cNvPr>
          <p:cNvCxnSpPr/>
          <p:nvPr/>
        </p:nvCxnSpPr>
        <p:spPr bwMode="ltGray">
          <a:xfrm>
            <a:off x="31450" y="1586457"/>
            <a:ext cx="12160550" cy="671415"/>
          </a:xfrm>
          <a:prstGeom prst="line">
            <a:avLst/>
          </a:prstGeom>
          <a:noFill/>
          <a:ln w="9525" cap="flat" cmpd="sng" algn="ctr">
            <a:solidFill>
              <a:srgbClr val="C5A464"/>
            </a:solidFill>
            <a:prstDash val="solid"/>
          </a:ln>
          <a:effectLst/>
        </p:spPr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87BF673-E19F-45D4-8E9E-6E7FEE899432}"/>
              </a:ext>
            </a:extLst>
          </p:cNvPr>
          <p:cNvCxnSpPr/>
          <p:nvPr/>
        </p:nvCxnSpPr>
        <p:spPr bwMode="ltGray">
          <a:xfrm flipV="1">
            <a:off x="-12415" y="2149578"/>
            <a:ext cx="12194582" cy="468261"/>
          </a:xfrm>
          <a:prstGeom prst="line">
            <a:avLst/>
          </a:prstGeom>
          <a:noFill/>
          <a:ln w="9525" cap="flat" cmpd="sng" algn="ctr">
            <a:solidFill>
              <a:srgbClr val="C5A464"/>
            </a:solidFill>
            <a:prstDash val="solid"/>
          </a:ln>
          <a:effectLst/>
        </p:spPr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3B76B6A-8469-4AD5-AB1C-50916CEB1B0C}"/>
              </a:ext>
            </a:extLst>
          </p:cNvPr>
          <p:cNvCxnSpPr/>
          <p:nvPr/>
        </p:nvCxnSpPr>
        <p:spPr bwMode="ltGray">
          <a:xfrm flipV="1">
            <a:off x="0" y="2089599"/>
            <a:ext cx="12192000" cy="1389568"/>
          </a:xfrm>
          <a:prstGeom prst="line">
            <a:avLst/>
          </a:prstGeom>
          <a:noFill/>
          <a:ln w="9525" cap="flat" cmpd="sng" algn="ctr">
            <a:solidFill>
              <a:srgbClr val="C5A464"/>
            </a:solidFill>
            <a:prstDash val="solid"/>
          </a:ln>
          <a:effectLst/>
        </p:spPr>
      </p:cxnSp>
      <p:sp>
        <p:nvSpPr>
          <p:cNvPr id="57" name="Documenttype">
            <a:extLst>
              <a:ext uri="{FF2B5EF4-FFF2-40B4-BE49-F238E27FC236}">
                <a16:creationId xmlns:a16="http://schemas.microsoft.com/office/drawing/2014/main" id="{8366FFD5-692C-4EA2-9804-0FB8290BFB67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 bwMode="auto">
          <a:xfrm>
            <a:off x="550800" y="5957352"/>
            <a:ext cx="9262259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58" name="Subtitle">
            <a:extLst>
              <a:ext uri="{FF2B5EF4-FFF2-40B4-BE49-F238E27FC236}">
                <a16:creationId xmlns:a16="http://schemas.microsoft.com/office/drawing/2014/main" id="{5F5EDB6E-C106-4020-A878-E069326BB8D8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 bwMode="auto">
          <a:xfrm>
            <a:off x="551941" y="5539743"/>
            <a:ext cx="9262259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9" name="Title">
            <a:extLst>
              <a:ext uri="{FF2B5EF4-FFF2-40B4-BE49-F238E27FC236}">
                <a16:creationId xmlns:a16="http://schemas.microsoft.com/office/drawing/2014/main" id="{20FE12FC-3C3B-4904-919C-1141CB80F9C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 bwMode="auto">
          <a:xfrm>
            <a:off x="551941" y="4064480"/>
            <a:ext cx="9262259" cy="135421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29" name="TextBox 5"/>
          <p:cNvSpPr txBox="1">
            <a:spLocks noChangeArrowheads="1"/>
          </p:cNvSpPr>
          <p:nvPr/>
        </p:nvSpPr>
        <p:spPr bwMode="gray">
          <a:xfrm>
            <a:off x="20942" y="6336156"/>
            <a:ext cx="2779232" cy="503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</p:spTree>
    <p:extLst>
      <p:ext uri="{BB962C8B-B14F-4D97-AF65-F5344CB8AC3E}">
        <p14:creationId xmlns:p14="http://schemas.microsoft.com/office/powerpoint/2010/main" val="152025990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rast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927018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28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ED3A330D-704F-4050-81F6-50A136E7860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3" name="2. Slide Title">
            <a:extLst>
              <a:ext uri="{FF2B5EF4-FFF2-40B4-BE49-F238E27FC236}">
                <a16:creationId xmlns:a16="http://schemas.microsoft.com/office/drawing/2014/main" id="{5C829ED6-90BF-4B02-AD53-C2B66EC5467C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519011"/>
            <a:ext cx="11082528" cy="38472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0F8ABF34-9C24-45F4-B9AE-EDBE37FAC548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954168"/>
            <a:ext cx="11082528" cy="27699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800" b="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0364ABB4-AE33-4DE9-A20C-DBDBFEC0CA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2" name="5. Source" hidden="1">
            <a:extLst>
              <a:ext uri="{FF2B5EF4-FFF2-40B4-BE49-F238E27FC236}">
                <a16:creationId xmlns:a16="http://schemas.microsoft.com/office/drawing/2014/main" id="{2397CC7C-6E05-16A7-1B9C-2ACA7F9DBF9A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935686733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rast 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6EDB0C68-81D8-4BCB-8FED-587D098337D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562185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52"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6EDB0C68-81D8-4BCB-8FED-587D098337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8EAA134-9792-4D41-898E-A83D3A4E3D6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06563"/>
            <a:ext cx="3813048" cy="86177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74A6D15-9D93-480F-A207-CA245151AE26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79744E48-04EF-4FA7-AF06-13E2E4A9BC5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1CD33240-9AD6-8BBB-BEB0-937DFBEB1521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769192449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rast 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10AAB5F-CF0A-4C58-81CA-92C1A8CB900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09647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76"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10AAB5F-CF0A-4C58-81CA-92C1A8CB90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DA53433-5DFE-4583-A5C0-DE3F3C3DDE8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8CFBA6B2-A084-4532-80C0-2629A5553A76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29A5BC72-B58B-4282-B0EA-EE79CC589D7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26BA4D47-841B-729B-19D2-B0A7D6FCC0D3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893266710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rast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98064E9-3153-4628-A7D5-81F8DEADB0D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12441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00"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98064E9-3153-4628-A7D5-81F8DEADB0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4FCABF2-1291-4CAB-A39C-0FDD2FD8A1F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E222DC4C-FD9F-4495-B0EA-3E6F1E35596A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C4B822-CA6B-4F05-8715-F74C6D5D34B1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8F89071A-FCD4-4931-B959-81108D770B1E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30E4A202-E32F-0094-5433-0EB2ED09CB30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65735198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rast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52273FB-3270-4181-86FF-C1D92782D49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951837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24" name="think-cell Slide" r:id="rId10" imgW="592" imgH="591" progId="TCLayout.ActiveDocument.1">
                  <p:embed/>
                </p:oleObj>
              </mc:Choice>
              <mc:Fallback>
                <p:oleObj name="think-cell Slide" r:id="rId10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52273FB-3270-4181-86FF-C1D92782D4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DE3D51E-EFF4-4CED-8D1C-0D351D7D327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FB296734-15F7-4BDF-BF7F-AD560B3E09D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05712" y="3530068"/>
            <a:ext cx="9180576" cy="549381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5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9" name="3. Subtitle">
            <a:extLst>
              <a:ext uri="{FF2B5EF4-FFF2-40B4-BE49-F238E27FC236}">
                <a16:creationId xmlns:a16="http://schemas.microsoft.com/office/drawing/2014/main" id="{F91EA195-0A6B-4141-BE0A-C29B8632D98B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1505712" y="4284630"/>
            <a:ext cx="9180576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085514-D1F6-4D77-A23F-C5C66C21AB2E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878CBA30-A797-424E-A56B-F43F015ECE96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399690D7-04C5-9226-0E5D-3292BED5B4B5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346734478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rast 1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3A3BA4A-22A3-4843-892F-E42C155B428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27987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48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3A3BA4A-22A3-4843-892F-E42C155B42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A2BA1E0C-CA9F-489D-B144-727B655BD19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0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4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7C125983-42A9-42F7-AA00-F56CD87B28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anchor="b">
            <a:noAutofit/>
          </a:bodyPr>
          <a:lstStyle>
            <a:lvl1pPr>
              <a:defRPr>
                <a:solidFill>
                  <a:srgbClr val="007A3C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D41FF9F-DFB7-4DFF-B338-08A2CA649393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E97B40B-AFF2-4819-823D-9831ADC756C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2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7AF0478-C3C6-4227-A632-3DBC8BB20147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ltGray">
          <a:xfrm>
            <a:off x="554735" y="6455415"/>
            <a:ext cx="1671151" cy="293623"/>
          </a:xfrm>
          <a:prstGeom prst="rect">
            <a:avLst/>
          </a:prstGeom>
        </p:spPr>
      </p:pic>
      <p:sp>
        <p:nvSpPr>
          <p:cNvPr id="13" name="TextBox 5"/>
          <p:cNvSpPr txBox="1">
            <a:spLocks noChangeArrowheads="1"/>
          </p:cNvSpPr>
          <p:nvPr/>
        </p:nvSpPr>
        <p:spPr bwMode="gray">
          <a:xfrm>
            <a:off x="20942" y="6336156"/>
            <a:ext cx="2779232" cy="5035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  <p:sp>
        <p:nvSpPr>
          <p:cNvPr id="2" name="5. Source" hidden="1">
            <a:extLst>
              <a:ext uri="{FF2B5EF4-FFF2-40B4-BE49-F238E27FC236}">
                <a16:creationId xmlns:a16="http://schemas.microsoft.com/office/drawing/2014/main" id="{0FF18D59-1E9F-2B65-F272-BF5A56B82193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985871577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rast 1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6AD2A36-39D2-411F-97A0-A924098965AA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920226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72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6AD2A36-39D2-411F-97A0-A92409896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6FA1A46-CC63-4D80-904D-B75922926F0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0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4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F2EA5A09-84EC-4368-8C76-0BEA141A433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algn="l">
              <a:defRPr>
                <a:solidFill>
                  <a:srgbClr val="007A3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4BAE0A91-D3D3-4C9A-9F81-3C13D960A341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2635D98B-97DC-4A80-82A3-A8B3C701B736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465575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2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0B66B85-04C3-4D52-A43D-2A281CF5F266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ltGray">
          <a:xfrm>
            <a:off x="554735" y="6455415"/>
            <a:ext cx="1671151" cy="293623"/>
          </a:xfrm>
          <a:prstGeom prst="rect">
            <a:avLst/>
          </a:prstGeom>
        </p:spPr>
      </p:pic>
      <p:sp>
        <p:nvSpPr>
          <p:cNvPr id="13" name="TextBox 5"/>
          <p:cNvSpPr txBox="1">
            <a:spLocks noChangeArrowheads="1"/>
          </p:cNvSpPr>
          <p:nvPr/>
        </p:nvSpPr>
        <p:spPr bwMode="gray">
          <a:xfrm>
            <a:off x="20942" y="6336156"/>
            <a:ext cx="2779232" cy="5035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  <p:sp>
        <p:nvSpPr>
          <p:cNvPr id="3" name="5. Source" hidden="1">
            <a:extLst>
              <a:ext uri="{FF2B5EF4-FFF2-40B4-BE49-F238E27FC236}">
                <a16:creationId xmlns:a16="http://schemas.microsoft.com/office/drawing/2014/main" id="{3399D1C0-BB82-6166-17D2-9D27FCC19B31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67029524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F17EEF9-3DB9-4A02-BE2D-DE37DFD2B16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803112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6" name="think-cell Slide" r:id="rId12" imgW="592" imgH="591" progId="TCLayout.ActiveDocument.1">
                  <p:embed/>
                </p:oleObj>
              </mc:Choice>
              <mc:Fallback>
                <p:oleObj name="think-cell Slide" r:id="rId12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F17EEF9-3DB9-4A02-BE2D-DE37DFD2B1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F6D83EC-F243-46BA-8827-531E63D39DA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0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4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80B9914A-DB55-4BC1-945B-6BCB69651471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519011"/>
            <a:ext cx="5065776" cy="384721"/>
          </a:xfrm>
        </p:spPr>
        <p:txBody>
          <a:bodyPr/>
          <a:lstStyle>
            <a:lvl1pPr>
              <a:defRPr>
                <a:solidFill>
                  <a:srgbClr val="007A3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DFAFB1F1-9351-4B71-8B28-70BD6B35E3B1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54168"/>
            <a:ext cx="5065776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6404B0A-A2B8-4CC0-AACE-22B9A9D22DC4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2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gray">
          <a:xfrm>
            <a:off x="20942" y="6336156"/>
            <a:ext cx="2779232" cy="5035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70D9DDB-C26F-AB76-CD41-68D73C219ED9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  <p:grpSp>
        <p:nvGrpSpPr>
          <p:cNvPr id="5" name="Grid">
            <a:extLst>
              <a:ext uri="{FF2B5EF4-FFF2-40B4-BE49-F238E27FC236}">
                <a16:creationId xmlns:a16="http://schemas.microsoft.com/office/drawing/2014/main" id="{354DD1F3-260F-FA0A-FC2D-2F1A29A274E8}"/>
              </a:ext>
            </a:extLst>
          </p:cNvPr>
          <p:cNvGrpSpPr/>
          <p:nvPr userDrawn="1">
            <p:custDataLst>
              <p:tags r:id="rId10"/>
            </p:custDataLst>
          </p:nvPr>
        </p:nvGrpSpPr>
        <p:grpSpPr>
          <a:xfrm>
            <a:off x="1524" y="0"/>
            <a:ext cx="12190476" cy="6858000"/>
            <a:chOff x="0" y="0"/>
            <a:chExt cx="12190476" cy="6858000"/>
          </a:xfrm>
        </p:grpSpPr>
        <p:sp>
          <p:nvSpPr>
            <p:cNvPr id="6" name="slide margin">
              <a:extLst>
                <a:ext uri="{FF2B5EF4-FFF2-40B4-BE49-F238E27FC236}">
                  <a16:creationId xmlns:a16="http://schemas.microsoft.com/office/drawing/2014/main" id="{70ABBDFD-C04A-AB6E-A0DA-2E86CADCE583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A41E178-F9AB-E80A-587D-C09D411F603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813A99A-E31E-D718-4F1A-8930041EC587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4981FFE-ECBB-3618-8A1C-97A48407281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A5A693A-3706-C04A-1B1E-669D264EFC07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3818485-3609-29B1-4CD6-BE2467051FDC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8364670-7B88-589F-FAFF-5262E8B14B8B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91DB124-6D34-A11E-4ACB-BADFB817529C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B95482-8F9E-255A-E419-1DC256C63AAA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75B77FF-AFA0-D7D9-5F8D-34746FBBF34D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5E5CBA3-5991-5C90-C18F-D99A7CC98D44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D0E6D6A-184B-32F9-484A-353DEDFD3EAD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588FAA7-23BA-501D-5313-22FC1F8751D2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536E8D1-5427-2525-33D0-64D2520376B0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4F97E38-AC41-C889-3690-8E7522A93F73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2D1E43B-48A3-324A-659B-FDD647B9CEE7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A1312FF-6D69-DB7E-5D51-8403E16C6009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4D2D441-AF01-76F4-03E6-976ED245F33A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9ED84B1-3B95-BBE3-D248-CACDFB6B44B8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ED594EF-B41A-BB42-D0A8-3F0B3A1C0070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BD572FD-990B-3214-624B-187B1AE04DD0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B04F637-7E0A-2B5E-C97B-5DC15E856433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3C0E309-8BD9-8744-F981-2B9772E62ED0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F474B34-B582-3A65-F674-9CA93DF6211C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197CFCC-78B3-5B37-6200-70494793F85D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B8AC632-4F01-E775-765B-8B7AFC5835EB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B1C7171-E66E-BE8E-8924-9B149F90A488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1BA80F90-6733-C728-98D4-8C054783A3D6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7B5B226-4A41-4B3D-DC80-DB0C00173263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062DC8C-B5CE-1969-2A39-5B94D614E235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BFB4629-29FB-37B6-1144-6273BAEA5BA9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E729CDB3-80A3-85DE-C1F2-A25822D47B1E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44D9F1-0061-9906-10D9-BA9D3947E9E8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3E5A1F-7D8E-8E3E-CF43-3186A0565DE6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EE72D997-AA43-E143-0AB1-81ED4BCE2BB4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35B75B5-9994-DC3E-95FC-FA7447B0D4AE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9FB71FC-E198-F8D9-A45C-FC229356A282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97567304-F12E-F658-B3EC-90CB46DC3A4C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D378AAA9-11A4-1772-0EF5-8A735E64AF57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DDEDC3D-9F6F-59C6-D1AA-37A81F060F96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91593E6-D0D0-5EA5-AC93-4DDCAFD825E5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72B68B7-B461-B96F-44CD-C41281327A91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93FB291-6D27-2345-7B23-10C9BF528B5C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A013945-0447-F793-24B5-D42CED1A5B1B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2F8734C-3A56-146B-A8B9-0482AA0A0591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2DE7484F-1629-00DC-A82A-B1A8C788986C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3AA011A7-048A-DCFC-DC3F-4D8963939030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1CE967AB-EB48-A9EF-6B13-9893A5835224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8711331-E670-32B8-475D-C25BC5C007B6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34881A2-F6AE-2922-394D-7B3AD05C7F7F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184616CD-FE20-C53F-177A-DD59F07A6F22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9171A75E-3294-114C-0B57-F8C5241D5600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CD1FF427-12BC-B78F-83C1-97C4BE6C8F3D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C67AB55E-F5FF-0682-A85B-B576854BB740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07370B77-FDF7-EF45-1204-526CB8D59EA4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3D346E0-59FA-32AF-3F2E-93D361208AF6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4776714-AF65-A2B5-5570-1CBC52E4DA2D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AB898E5-A9B9-CE22-1B80-7C208F26E3AE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4037699-4370-1C2C-7E77-83DC6068B4C1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E6A34367-30B2-3A14-4DF7-8E3072E819A3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B6294EBB-9161-7B9F-7A16-C79DE5A0FF43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B3F9040A-B2E2-4D68-61DE-39A17B36F8FB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7D579372-2EC2-5BF7-9411-302D0C5D767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967D126-2430-DBF5-706E-2AD8D47AB57C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863BD5D6-CD23-3CB4-D138-4768CF6C4AB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C31FECB-05E9-6A84-E10B-80ED60AEE087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ACBA2FFB-5A05-6E5D-4E4B-ECCAFF9FCA56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2DC49078-C7C2-1D69-183E-6AB07A0FDC7C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43F49C02-34D9-AA16-95F7-9F409262D320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C73AC594-61D4-6112-2891-9B56E33B863B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6B423F5D-7FDA-750A-87C9-BC804D33DA6D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9C393BDD-3EC5-4721-2BA5-FF85EDB8988C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9D8B6643-09E6-A042-5913-AC27A41E7079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BB303700-C5D1-9D1A-5519-E63280074517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5BCA80E-08D6-9AEF-26F9-4A505B22EA0E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CE907465-8462-CA71-53A7-B605AE53EC02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FCBD1638-8B1B-85E0-EA80-11FF500CE037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8A5B625D-8CE4-AAFB-CD1D-C57832639772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1341F9D8-6154-06A4-0335-7CBD7CF10B3E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D15CA987-9AC8-03FD-B3E1-1766E470431A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2AEBCEE8-9694-C377-8750-59A32812A42B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63264765-A3DC-C942-7DB1-2EF36D6D1693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main body box">
              <a:extLst>
                <a:ext uri="{FF2B5EF4-FFF2-40B4-BE49-F238E27FC236}">
                  <a16:creationId xmlns:a16="http://schemas.microsoft.com/office/drawing/2014/main" id="{9C2EC8BE-FF54-2F1E-F262-9C76F8202931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FFE24D2C-9790-87B1-ADA8-8B6C4D7DC07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8F196146-69DB-6683-A781-27141D1B8954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</p:spTree>
    <p:extLst>
      <p:ext uri="{BB962C8B-B14F-4D97-AF65-F5344CB8AC3E}">
        <p14:creationId xmlns:p14="http://schemas.microsoft.com/office/powerpoint/2010/main" val="302303787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685378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20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1BDA45D0-E327-4660-B35A-213D927E2A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l="3631" t="2429" r="5603" b="2429"/>
          <a:stretch/>
        </p:blipFill>
        <p:spPr>
          <a:xfrm>
            <a:off x="7830312" y="0"/>
            <a:ext cx="4361688" cy="6858000"/>
          </a:xfrm>
          <a:custGeom>
            <a:avLst/>
            <a:gdLst>
              <a:gd name="connsiteX0" fmla="*/ 0 w 4361688"/>
              <a:gd name="connsiteY0" fmla="*/ 0 h 6858000"/>
              <a:gd name="connsiteX1" fmla="*/ 4361688 w 4361688"/>
              <a:gd name="connsiteY1" fmla="*/ 0 h 6858000"/>
              <a:gd name="connsiteX2" fmla="*/ 4361688 w 4361688"/>
              <a:gd name="connsiteY2" fmla="*/ 6858000 h 6858000"/>
              <a:gd name="connsiteX3" fmla="*/ 0 w 43616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61688" h="6858000">
                <a:moveTo>
                  <a:pt x="0" y="0"/>
                </a:moveTo>
                <a:lnTo>
                  <a:pt x="4361688" y="0"/>
                </a:lnTo>
                <a:lnTo>
                  <a:pt x="436168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C7B8DBD3-5ABF-4E0A-9F2E-53C58888D156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0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E1D61C74-F3E2-42EF-998D-BEC7B3EBD0BC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519011"/>
            <a:ext cx="6967728" cy="384721"/>
          </a:xfrm>
        </p:spPr>
        <p:txBody>
          <a:bodyPr vert="horz"/>
          <a:lstStyle>
            <a:lvl1pPr>
              <a:defRPr>
                <a:solidFill>
                  <a:srgbClr val="007A3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5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alpha val="50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48CA3F7F-79C3-4776-BD80-2B6BECA0AF60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54168"/>
            <a:ext cx="69677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6F53EF37-F1B6-47E2-A119-A2386F59B295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2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gray">
          <a:xfrm>
            <a:off x="20942" y="6336156"/>
            <a:ext cx="2779232" cy="5035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  <p:sp>
        <p:nvSpPr>
          <p:cNvPr id="2" name="5. Source" hidden="1">
            <a:extLst>
              <a:ext uri="{FF2B5EF4-FFF2-40B4-BE49-F238E27FC236}">
                <a16:creationId xmlns:a16="http://schemas.microsoft.com/office/drawing/2014/main" id="{96763587-F16B-883D-AF2B-0044901D4602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2346261" y="6498754"/>
            <a:ext cx="6967729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34547072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B19533A-7C36-4239-BCB1-336E4EF4EA9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846573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44"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B19533A-7C36-4239-BCB1-336E4EF4EA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F05418DB-2F6D-4E1E-889F-DE7C7630E9D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0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2" name="RectangleLight">
            <a:extLst>
              <a:ext uri="{FF2B5EF4-FFF2-40B4-BE49-F238E27FC236}">
                <a16:creationId xmlns:a16="http://schemas.microsoft.com/office/drawing/2014/main" id="{65BA59B8-E166-40EF-A08B-73C27149A153}"/>
              </a:ext>
            </a:extLst>
          </p:cNvPr>
          <p:cNvSpPr/>
          <p:nvPr>
            <p:custDataLst>
              <p:tags r:id="rId4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80B9914A-DB55-4BC1-945B-6BCB69651471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519011"/>
            <a:ext cx="7918704" cy="384721"/>
          </a:xfrm>
        </p:spPr>
        <p:txBody>
          <a:bodyPr/>
          <a:lstStyle>
            <a:lvl1pPr>
              <a:defRPr>
                <a:solidFill>
                  <a:srgbClr val="007A3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DFAFB1F1-9351-4B71-8B28-70BD6B35E3B1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54168"/>
            <a:ext cx="791870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768EECA-1A03-46B2-B9BB-3C455A3710A4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2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gray">
          <a:xfrm>
            <a:off x="20942" y="6336156"/>
            <a:ext cx="2779232" cy="5035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  <p:sp>
        <p:nvSpPr>
          <p:cNvPr id="2" name="5. Source" hidden="1">
            <a:extLst>
              <a:ext uri="{FF2B5EF4-FFF2-40B4-BE49-F238E27FC236}">
                <a16:creationId xmlns:a16="http://schemas.microsoft.com/office/drawing/2014/main" id="{7B9399A7-2BE1-D97A-A8FB-D2CA157EAD3A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627591588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rast 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937BF69-DBBB-44FA-AA65-8999BD8B4E5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869237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68"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937BF69-DBBB-44FA-AA65-8999BD8B4E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440E0BC-D285-4CB0-BC8F-8E2C57BF2A2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5C5F547-1B1B-411D-99AF-7DE767A71F1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4B95A2D-EF43-4F7C-AB61-E2D102DC75CC}"/>
              </a:ext>
            </a:extLst>
          </p:cNvPr>
          <p:cNvCxnSpPr>
            <a:cxnSpLocks/>
          </p:cNvCxnSpPr>
          <p:nvPr/>
        </p:nvCxnSpPr>
        <p:spPr bwMode="ltGray">
          <a:xfrm>
            <a:off x="0" y="1186125"/>
            <a:ext cx="5038492" cy="0"/>
          </a:xfrm>
          <a:prstGeom prst="line">
            <a:avLst/>
          </a:prstGeom>
          <a:ln w="19050" cap="flat">
            <a:solidFill>
              <a:srgbClr val="C5A46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5"/>
          <p:cNvSpPr txBox="1">
            <a:spLocks noChangeArrowheads="1"/>
          </p:cNvSpPr>
          <p:nvPr/>
        </p:nvSpPr>
        <p:spPr bwMode="gray">
          <a:xfrm>
            <a:off x="20942" y="6336156"/>
            <a:ext cx="2779232" cy="503590"/>
          </a:xfrm>
          <a:prstGeom prst="rect">
            <a:avLst/>
          </a:prstGeom>
          <a:solidFill>
            <a:srgbClr val="004325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E36FC377-5AA9-6409-A918-AC5140CE3C34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98787941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rast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7CD2BF5E-92A7-41C4-93AE-C72274D09CB7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49499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92"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7CD2BF5E-92A7-41C4-93AE-C72274D09C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">
            <a:extLst>
              <a:ext uri="{FF2B5EF4-FFF2-40B4-BE49-F238E27FC236}">
                <a16:creationId xmlns:a16="http://schemas.microsoft.com/office/drawing/2014/main" id="{4833D5AF-2A75-4978-AA54-00BA594BBA7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E9E206AB-587F-4AC2-9EF7-AA339899F4BB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47642CA-9930-46A3-B857-6BC39D3C9694}"/>
              </a:ext>
            </a:extLst>
          </p:cNvPr>
          <p:cNvCxnSpPr>
            <a:cxnSpLocks/>
          </p:cNvCxnSpPr>
          <p:nvPr/>
        </p:nvCxnSpPr>
        <p:spPr bwMode="ltGray">
          <a:xfrm>
            <a:off x="0" y="928950"/>
            <a:ext cx="5038492" cy="0"/>
          </a:xfrm>
          <a:prstGeom prst="line">
            <a:avLst/>
          </a:prstGeom>
          <a:ln w="19050" cap="flat">
            <a:solidFill>
              <a:srgbClr val="C5A46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859BA05-ADF3-4AC9-B476-A0C1A66DE5F9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ltGray">
          <a:xfrm>
            <a:off x="554735" y="6455415"/>
            <a:ext cx="1671151" cy="293623"/>
          </a:xfrm>
          <a:prstGeom prst="rect">
            <a:avLst/>
          </a:prstGeom>
        </p:spPr>
      </p:pic>
      <p:sp>
        <p:nvSpPr>
          <p:cNvPr id="11" name="TextBox 5"/>
          <p:cNvSpPr txBox="1">
            <a:spLocks noChangeArrowheads="1"/>
          </p:cNvSpPr>
          <p:nvPr/>
        </p:nvSpPr>
        <p:spPr bwMode="gray">
          <a:xfrm>
            <a:off x="20942" y="6336156"/>
            <a:ext cx="2779232" cy="503590"/>
          </a:xfrm>
          <a:prstGeom prst="rect">
            <a:avLst/>
          </a:prstGeom>
          <a:solidFill>
            <a:srgbClr val="004325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  <p:sp>
        <p:nvSpPr>
          <p:cNvPr id="3" name="5. Source" hidden="1">
            <a:extLst>
              <a:ext uri="{FF2B5EF4-FFF2-40B4-BE49-F238E27FC236}">
                <a16:creationId xmlns:a16="http://schemas.microsoft.com/office/drawing/2014/main" id="{EC62543A-18BD-1491-AAB4-EBE21AC27619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71785924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rast E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DA9CF6F9-3F22-4C1D-8F1F-9500FF41222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054430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16" name="think-cell Slide" r:id="rId5" imgW="592" imgH="591" progId="TCLayout.ActiveDocument.1">
                  <p:embed/>
                </p:oleObj>
              </mc:Choice>
              <mc:Fallback>
                <p:oleObj name="think-cell Slide" r:id="rId5" imgW="592" imgH="591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DA9CF6F9-3F22-4C1D-8F1F-9500FF412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>
            <a:spLocks noChangeArrowheads="1"/>
          </p:cNvSpPr>
          <p:nvPr/>
        </p:nvSpPr>
        <p:spPr bwMode="gray">
          <a:xfrm>
            <a:off x="3643210" y="3244890"/>
            <a:ext cx="4613443" cy="811367"/>
          </a:xfrm>
          <a:prstGeom prst="rect">
            <a:avLst/>
          </a:prstGeom>
          <a:solidFill>
            <a:srgbClr val="004325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2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2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  <p:sp>
        <p:nvSpPr>
          <p:cNvPr id="3" name="5. Source" hidden="1">
            <a:extLst>
              <a:ext uri="{FF2B5EF4-FFF2-40B4-BE49-F238E27FC236}">
                <a16:creationId xmlns:a16="http://schemas.microsoft.com/office/drawing/2014/main" id="{F7C6A1B7-C389-5C56-8FBE-4FA3F6C8E181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247302438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424779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40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0" i="0" baseline="0" dirty="0">
              <a:solidFill>
                <a:schemeClr val="bg1"/>
              </a:solidFill>
              <a:latin typeface="Sakkal Majalla" panose="02000000000000000000" pitchFamily="2" charset="-78"/>
              <a:ea typeface="+mj-ea"/>
              <a:cs typeface="+mj-cs"/>
              <a:sym typeface="Sakkal Majalla" panose="02000000000000000000" pitchFamily="2" charset="-78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A2B502E-E2C5-4E67-811A-5A289649DC25}"/>
              </a:ext>
            </a:extLst>
          </p:cNvPr>
          <p:cNvSpPr/>
          <p:nvPr/>
        </p:nvSpPr>
        <p:spPr bwMode="ltGray">
          <a:xfrm>
            <a:off x="0" y="0"/>
            <a:ext cx="12192000" cy="6858000"/>
          </a:xfrm>
          <a:prstGeom prst="rect">
            <a:avLst/>
          </a:prstGeom>
          <a:solidFill>
            <a:srgbClr val="F6EFDE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2000" dirty="0">
              <a:solidFill>
                <a:srgbClr val="575757"/>
              </a:solidFill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 bwMode="auto">
          <a:xfrm>
            <a:off x="550800" y="5957352"/>
            <a:ext cx="9262259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/>
            </a:lvl1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 bwMode="auto">
          <a:xfrm>
            <a:off x="551941" y="5539743"/>
            <a:ext cx="9262259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 bwMode="auto">
          <a:xfrm>
            <a:off x="551941" y="4064480"/>
            <a:ext cx="9262259" cy="135421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28" name="TextBox 5"/>
          <p:cNvSpPr txBox="1">
            <a:spLocks noChangeArrowheads="1"/>
          </p:cNvSpPr>
          <p:nvPr/>
        </p:nvSpPr>
        <p:spPr bwMode="gray">
          <a:xfrm>
            <a:off x="35748" y="6308725"/>
            <a:ext cx="2831897" cy="503590"/>
          </a:xfrm>
          <a:prstGeom prst="rect">
            <a:avLst/>
          </a:prstGeom>
          <a:noFill/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</a:endParaRPr>
          </a:p>
          <a:p>
            <a:pPr algn="ctr" eaLnBrk="1" hangingPunct="1"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</a:rPr>
              <a:t>Regional Voluntary Carbon Market Company   </a:t>
            </a:r>
          </a:p>
        </p:txBody>
      </p:sp>
    </p:spTree>
    <p:extLst>
      <p:ext uri="{BB962C8B-B14F-4D97-AF65-F5344CB8AC3E}">
        <p14:creationId xmlns:p14="http://schemas.microsoft.com/office/powerpoint/2010/main" val="2657546684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102806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64"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D668F04-7049-40BA-8D63-D8BBB692131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519011"/>
            <a:ext cx="6967728" cy="3847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5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F6EFDE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54168"/>
            <a:ext cx="69677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C393009-0681-4A8F-A1E9-19E10A949DC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4" name="TextBox 5"/>
          <p:cNvSpPr txBox="1">
            <a:spLocks noChangeArrowheads="1"/>
          </p:cNvSpPr>
          <p:nvPr/>
        </p:nvSpPr>
        <p:spPr bwMode="gray">
          <a:xfrm>
            <a:off x="0" y="6354410"/>
            <a:ext cx="2876625" cy="503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  <p:sp>
        <p:nvSpPr>
          <p:cNvPr id="2" name="5. Source" hidden="1">
            <a:extLst>
              <a:ext uri="{FF2B5EF4-FFF2-40B4-BE49-F238E27FC236}">
                <a16:creationId xmlns:a16="http://schemas.microsoft.com/office/drawing/2014/main" id="{7BD11EF1-F68D-E180-BD28-365CCAC98452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2346261" y="6498754"/>
            <a:ext cx="6967729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118432715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BAF19FD1-F55B-47CA-98C2-847FF06FB465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7156704" y="89319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9" name="TextBox 5"/>
          <p:cNvSpPr txBox="1">
            <a:spLocks noChangeArrowheads="1"/>
          </p:cNvSpPr>
          <p:nvPr/>
        </p:nvSpPr>
        <p:spPr bwMode="gray">
          <a:xfrm>
            <a:off x="0" y="6354410"/>
            <a:ext cx="2876625" cy="503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</p:spTree>
    <p:extLst>
      <p:ext uri="{BB962C8B-B14F-4D97-AF65-F5344CB8AC3E}">
        <p14:creationId xmlns:p14="http://schemas.microsoft.com/office/powerpoint/2010/main" val="3927321000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455472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88"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391032"/>
            <a:ext cx="325501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16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6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D5E1493-E8EF-4031-B447-85DA0B4181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CEB140E-B5F2-4B9D-9989-70325FFB30B8}"/>
              </a:ext>
            </a:extLst>
          </p:cNvPr>
          <p:cNvCxnSpPr>
            <a:cxnSpLocks/>
          </p:cNvCxnSpPr>
          <p:nvPr/>
        </p:nvCxnSpPr>
        <p:spPr bwMode="ltGray">
          <a:xfrm>
            <a:off x="0" y="928950"/>
            <a:ext cx="5038492" cy="0"/>
          </a:xfrm>
          <a:prstGeom prst="line">
            <a:avLst/>
          </a:prstGeom>
          <a:ln w="19050" cap="flat">
            <a:solidFill>
              <a:srgbClr val="C5A46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5"/>
          <p:cNvSpPr txBox="1">
            <a:spLocks noChangeArrowheads="1"/>
          </p:cNvSpPr>
          <p:nvPr/>
        </p:nvSpPr>
        <p:spPr bwMode="gray">
          <a:xfrm>
            <a:off x="0" y="6354410"/>
            <a:ext cx="2876625" cy="503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  <p:sp>
        <p:nvSpPr>
          <p:cNvPr id="3" name="5. Source" hidden="1">
            <a:extLst>
              <a:ext uri="{FF2B5EF4-FFF2-40B4-BE49-F238E27FC236}">
                <a16:creationId xmlns:a16="http://schemas.microsoft.com/office/drawing/2014/main" id="{D7A928D8-D91E-288A-E4B7-2275E22DB0EF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2346261" y="6498754"/>
            <a:ext cx="727786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/>
              <a:t>Source: …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597760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2.xml"/><Relationship Id="rId26" Type="http://schemas.openxmlformats.org/officeDocument/2006/relationships/tags" Target="../tags/tag10.xml"/><Relationship Id="rId39" Type="http://schemas.openxmlformats.org/officeDocument/2006/relationships/image" Target="../media/image1.emf"/><Relationship Id="rId21" Type="http://schemas.openxmlformats.org/officeDocument/2006/relationships/tags" Target="../tags/tag5.xml"/><Relationship Id="rId34" Type="http://schemas.openxmlformats.org/officeDocument/2006/relationships/tags" Target="../tags/tag18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vmlDrawing" Target="../drawings/vmlDrawing1.vml"/><Relationship Id="rId25" Type="http://schemas.openxmlformats.org/officeDocument/2006/relationships/tags" Target="../tags/tag9.xml"/><Relationship Id="rId33" Type="http://schemas.openxmlformats.org/officeDocument/2006/relationships/tags" Target="../tags/tag17.xml"/><Relationship Id="rId38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20" Type="http://schemas.openxmlformats.org/officeDocument/2006/relationships/tags" Target="../tags/tag4.xml"/><Relationship Id="rId29" Type="http://schemas.openxmlformats.org/officeDocument/2006/relationships/tags" Target="../tags/tag1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8.xml"/><Relationship Id="rId32" Type="http://schemas.openxmlformats.org/officeDocument/2006/relationships/tags" Target="../tags/tag16.xml"/><Relationship Id="rId37" Type="http://schemas.openxmlformats.org/officeDocument/2006/relationships/tags" Target="../tags/tag21.xml"/><Relationship Id="rId40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7.xml"/><Relationship Id="rId28" Type="http://schemas.openxmlformats.org/officeDocument/2006/relationships/tags" Target="../tags/tag12.xml"/><Relationship Id="rId36" Type="http://schemas.openxmlformats.org/officeDocument/2006/relationships/tags" Target="../tags/tag20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3.xml"/><Relationship Id="rId31" Type="http://schemas.openxmlformats.org/officeDocument/2006/relationships/tags" Target="../tags/tag1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6.xml"/><Relationship Id="rId27" Type="http://schemas.openxmlformats.org/officeDocument/2006/relationships/tags" Target="../tags/tag11.xml"/><Relationship Id="rId30" Type="http://schemas.openxmlformats.org/officeDocument/2006/relationships/tags" Target="../tags/tag14.xml"/><Relationship Id="rId35" Type="http://schemas.openxmlformats.org/officeDocument/2006/relationships/tags" Target="../tags/tag19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33.xml"/><Relationship Id="rId26" Type="http://schemas.openxmlformats.org/officeDocument/2006/relationships/tags" Target="../tags/tag118.xml"/><Relationship Id="rId39" Type="http://schemas.openxmlformats.org/officeDocument/2006/relationships/tags" Target="../tags/tag131.xml"/><Relationship Id="rId21" Type="http://schemas.openxmlformats.org/officeDocument/2006/relationships/vmlDrawing" Target="../drawings/vmlDrawing16.vml"/><Relationship Id="rId34" Type="http://schemas.openxmlformats.org/officeDocument/2006/relationships/tags" Target="../tags/tag126.xml"/><Relationship Id="rId42" Type="http://schemas.openxmlformats.org/officeDocument/2006/relationships/tags" Target="../tags/tag134.xml"/><Relationship Id="rId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20" Type="http://schemas.openxmlformats.org/officeDocument/2006/relationships/theme" Target="../theme/theme2.xml"/><Relationship Id="rId29" Type="http://schemas.openxmlformats.org/officeDocument/2006/relationships/tags" Target="../tags/tag121.xml"/><Relationship Id="rId41" Type="http://schemas.openxmlformats.org/officeDocument/2006/relationships/tags" Target="../tags/tag133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24" Type="http://schemas.openxmlformats.org/officeDocument/2006/relationships/tags" Target="../tags/tag116.xml"/><Relationship Id="rId32" Type="http://schemas.openxmlformats.org/officeDocument/2006/relationships/tags" Target="../tags/tag124.xml"/><Relationship Id="rId37" Type="http://schemas.openxmlformats.org/officeDocument/2006/relationships/tags" Target="../tags/tag129.xml"/><Relationship Id="rId40" Type="http://schemas.openxmlformats.org/officeDocument/2006/relationships/tags" Target="../tags/tag132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23" Type="http://schemas.openxmlformats.org/officeDocument/2006/relationships/tags" Target="../tags/tag115.xml"/><Relationship Id="rId28" Type="http://schemas.openxmlformats.org/officeDocument/2006/relationships/tags" Target="../tags/tag120.xml"/><Relationship Id="rId36" Type="http://schemas.openxmlformats.org/officeDocument/2006/relationships/tags" Target="../tags/tag128.xml"/><Relationship Id="rId10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34.xml"/><Relationship Id="rId31" Type="http://schemas.openxmlformats.org/officeDocument/2006/relationships/tags" Target="../tags/tag123.xml"/><Relationship Id="rId44" Type="http://schemas.openxmlformats.org/officeDocument/2006/relationships/image" Target="../media/image3.emf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Relationship Id="rId22" Type="http://schemas.openxmlformats.org/officeDocument/2006/relationships/tags" Target="../tags/tag114.xml"/><Relationship Id="rId27" Type="http://schemas.openxmlformats.org/officeDocument/2006/relationships/tags" Target="../tags/tag119.xml"/><Relationship Id="rId30" Type="http://schemas.openxmlformats.org/officeDocument/2006/relationships/tags" Target="../tags/tag122.xml"/><Relationship Id="rId35" Type="http://schemas.openxmlformats.org/officeDocument/2006/relationships/tags" Target="../tags/tag127.xml"/><Relationship Id="rId43" Type="http://schemas.openxmlformats.org/officeDocument/2006/relationships/oleObject" Target="../embeddings/oleObject16.bin"/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32.xml"/><Relationship Id="rId25" Type="http://schemas.openxmlformats.org/officeDocument/2006/relationships/tags" Target="../tags/tag117.xml"/><Relationship Id="rId33" Type="http://schemas.openxmlformats.org/officeDocument/2006/relationships/tags" Target="../tags/tag125.xml"/><Relationship Id="rId38" Type="http://schemas.openxmlformats.org/officeDocument/2006/relationships/tags" Target="../tags/tag130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7.xml"/><Relationship Id="rId18" Type="http://schemas.openxmlformats.org/officeDocument/2006/relationships/theme" Target="../theme/theme3.xml"/><Relationship Id="rId26" Type="http://schemas.openxmlformats.org/officeDocument/2006/relationships/tags" Target="../tags/tag250.xml"/><Relationship Id="rId39" Type="http://schemas.openxmlformats.org/officeDocument/2006/relationships/tags" Target="../tags/tag263.xml"/><Relationship Id="rId21" Type="http://schemas.openxmlformats.org/officeDocument/2006/relationships/tags" Target="../tags/tag245.xml"/><Relationship Id="rId34" Type="http://schemas.openxmlformats.org/officeDocument/2006/relationships/tags" Target="../tags/tag258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5" Type="http://schemas.openxmlformats.org/officeDocument/2006/relationships/tags" Target="../tags/tag249.xml"/><Relationship Id="rId33" Type="http://schemas.openxmlformats.org/officeDocument/2006/relationships/tags" Target="../tags/tag257.xml"/><Relationship Id="rId38" Type="http://schemas.openxmlformats.org/officeDocument/2006/relationships/tags" Target="../tags/tag262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20" Type="http://schemas.openxmlformats.org/officeDocument/2006/relationships/tags" Target="../tags/tag244.xml"/><Relationship Id="rId29" Type="http://schemas.openxmlformats.org/officeDocument/2006/relationships/tags" Target="../tags/tag253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24" Type="http://schemas.openxmlformats.org/officeDocument/2006/relationships/tags" Target="../tags/tag248.xml"/><Relationship Id="rId32" Type="http://schemas.openxmlformats.org/officeDocument/2006/relationships/tags" Target="../tags/tag256.xml"/><Relationship Id="rId37" Type="http://schemas.openxmlformats.org/officeDocument/2006/relationships/tags" Target="../tags/tag261.xml"/><Relationship Id="rId40" Type="http://schemas.openxmlformats.org/officeDocument/2006/relationships/oleObject" Target="../embeddings/oleObject34.bin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23" Type="http://schemas.openxmlformats.org/officeDocument/2006/relationships/tags" Target="../tags/tag247.xml"/><Relationship Id="rId28" Type="http://schemas.openxmlformats.org/officeDocument/2006/relationships/tags" Target="../tags/tag252.xml"/><Relationship Id="rId36" Type="http://schemas.openxmlformats.org/officeDocument/2006/relationships/tags" Target="../tags/tag260.xml"/><Relationship Id="rId10" Type="http://schemas.openxmlformats.org/officeDocument/2006/relationships/slideLayout" Target="../slideLayouts/slideLayout44.xml"/><Relationship Id="rId19" Type="http://schemas.openxmlformats.org/officeDocument/2006/relationships/vmlDrawing" Target="../drawings/vmlDrawing34.vml"/><Relationship Id="rId31" Type="http://schemas.openxmlformats.org/officeDocument/2006/relationships/tags" Target="../tags/tag255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Relationship Id="rId22" Type="http://schemas.openxmlformats.org/officeDocument/2006/relationships/tags" Target="../tags/tag246.xml"/><Relationship Id="rId27" Type="http://schemas.openxmlformats.org/officeDocument/2006/relationships/tags" Target="../tags/tag251.xml"/><Relationship Id="rId30" Type="http://schemas.openxmlformats.org/officeDocument/2006/relationships/tags" Target="../tags/tag254.xml"/><Relationship Id="rId35" Type="http://schemas.openxmlformats.org/officeDocument/2006/relationships/tags" Target="../tags/tag259.xml"/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4.xml"/><Relationship Id="rId18" Type="http://schemas.openxmlformats.org/officeDocument/2006/relationships/tags" Target="../tags/tag362.xml"/><Relationship Id="rId26" Type="http://schemas.openxmlformats.org/officeDocument/2006/relationships/tags" Target="../tags/tag370.xml"/><Relationship Id="rId39" Type="http://schemas.openxmlformats.org/officeDocument/2006/relationships/image" Target="../media/image5.png"/><Relationship Id="rId21" Type="http://schemas.openxmlformats.org/officeDocument/2006/relationships/tags" Target="../tags/tag365.xml"/><Relationship Id="rId34" Type="http://schemas.openxmlformats.org/officeDocument/2006/relationships/tags" Target="../tags/tag378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17" Type="http://schemas.openxmlformats.org/officeDocument/2006/relationships/tags" Target="../tags/tag361.xml"/><Relationship Id="rId25" Type="http://schemas.openxmlformats.org/officeDocument/2006/relationships/tags" Target="../tags/tag369.xml"/><Relationship Id="rId33" Type="http://schemas.openxmlformats.org/officeDocument/2006/relationships/tags" Target="../tags/tag377.xml"/><Relationship Id="rId38" Type="http://schemas.openxmlformats.org/officeDocument/2006/relationships/image" Target="../media/image1.emf"/><Relationship Id="rId2" Type="http://schemas.openxmlformats.org/officeDocument/2006/relationships/slideLayout" Target="../slideLayouts/slideLayout53.xml"/><Relationship Id="rId16" Type="http://schemas.openxmlformats.org/officeDocument/2006/relationships/vmlDrawing" Target="../drawings/vmlDrawing50.vml"/><Relationship Id="rId20" Type="http://schemas.openxmlformats.org/officeDocument/2006/relationships/tags" Target="../tags/tag364.xml"/><Relationship Id="rId29" Type="http://schemas.openxmlformats.org/officeDocument/2006/relationships/tags" Target="../tags/tag37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24" Type="http://schemas.openxmlformats.org/officeDocument/2006/relationships/tags" Target="../tags/tag368.xml"/><Relationship Id="rId32" Type="http://schemas.openxmlformats.org/officeDocument/2006/relationships/tags" Target="../tags/tag376.xml"/><Relationship Id="rId37" Type="http://schemas.openxmlformats.org/officeDocument/2006/relationships/oleObject" Target="../embeddings/oleObject50.bin"/><Relationship Id="rId5" Type="http://schemas.openxmlformats.org/officeDocument/2006/relationships/slideLayout" Target="../slideLayouts/slideLayout56.xml"/><Relationship Id="rId15" Type="http://schemas.openxmlformats.org/officeDocument/2006/relationships/theme" Target="../theme/theme4.xml"/><Relationship Id="rId23" Type="http://schemas.openxmlformats.org/officeDocument/2006/relationships/tags" Target="../tags/tag367.xml"/><Relationship Id="rId28" Type="http://schemas.openxmlformats.org/officeDocument/2006/relationships/tags" Target="../tags/tag372.xml"/><Relationship Id="rId36" Type="http://schemas.openxmlformats.org/officeDocument/2006/relationships/tags" Target="../tags/tag380.xml"/><Relationship Id="rId10" Type="http://schemas.openxmlformats.org/officeDocument/2006/relationships/slideLayout" Target="../slideLayouts/slideLayout61.xml"/><Relationship Id="rId19" Type="http://schemas.openxmlformats.org/officeDocument/2006/relationships/tags" Target="../tags/tag363.xml"/><Relationship Id="rId31" Type="http://schemas.openxmlformats.org/officeDocument/2006/relationships/tags" Target="../tags/tag375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Relationship Id="rId22" Type="http://schemas.openxmlformats.org/officeDocument/2006/relationships/tags" Target="../tags/tag366.xml"/><Relationship Id="rId27" Type="http://schemas.openxmlformats.org/officeDocument/2006/relationships/tags" Target="../tags/tag371.xml"/><Relationship Id="rId30" Type="http://schemas.openxmlformats.org/officeDocument/2006/relationships/tags" Target="../tags/tag374.xml"/><Relationship Id="rId35" Type="http://schemas.openxmlformats.org/officeDocument/2006/relationships/tags" Target="../tags/tag379.xml"/><Relationship Id="rId8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4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83.xml"/><Relationship Id="rId26" Type="http://schemas.openxmlformats.org/officeDocument/2006/relationships/tags" Target="../tags/tag482.xml"/><Relationship Id="rId39" Type="http://schemas.openxmlformats.org/officeDocument/2006/relationships/tags" Target="../tags/tag495.xml"/><Relationship Id="rId21" Type="http://schemas.openxmlformats.org/officeDocument/2006/relationships/tags" Target="../tags/tag477.xml"/><Relationship Id="rId34" Type="http://schemas.openxmlformats.org/officeDocument/2006/relationships/tags" Target="../tags/tag490.xml"/><Relationship Id="rId42" Type="http://schemas.openxmlformats.org/officeDocument/2006/relationships/image" Target="../media/image3.emf"/><Relationship Id="rId7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81.xml"/><Relationship Id="rId20" Type="http://schemas.openxmlformats.org/officeDocument/2006/relationships/vmlDrawing" Target="../drawings/vmlDrawing65.vml"/><Relationship Id="rId29" Type="http://schemas.openxmlformats.org/officeDocument/2006/relationships/tags" Target="../tags/tag485.xml"/><Relationship Id="rId41" Type="http://schemas.openxmlformats.org/officeDocument/2006/relationships/oleObject" Target="../embeddings/oleObject65.bin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24" Type="http://schemas.openxmlformats.org/officeDocument/2006/relationships/tags" Target="../tags/tag480.xml"/><Relationship Id="rId32" Type="http://schemas.openxmlformats.org/officeDocument/2006/relationships/tags" Target="../tags/tag488.xml"/><Relationship Id="rId37" Type="http://schemas.openxmlformats.org/officeDocument/2006/relationships/tags" Target="../tags/tag493.xml"/><Relationship Id="rId40" Type="http://schemas.openxmlformats.org/officeDocument/2006/relationships/tags" Target="../tags/tag496.xml"/><Relationship Id="rId5" Type="http://schemas.openxmlformats.org/officeDocument/2006/relationships/slideLayout" Target="../slideLayouts/slideLayout70.xml"/><Relationship Id="rId15" Type="http://schemas.openxmlformats.org/officeDocument/2006/relationships/slideLayout" Target="../slideLayouts/slideLayout80.xml"/><Relationship Id="rId23" Type="http://schemas.openxmlformats.org/officeDocument/2006/relationships/tags" Target="../tags/tag479.xml"/><Relationship Id="rId28" Type="http://schemas.openxmlformats.org/officeDocument/2006/relationships/tags" Target="../tags/tag484.xml"/><Relationship Id="rId36" Type="http://schemas.openxmlformats.org/officeDocument/2006/relationships/tags" Target="../tags/tag492.xml"/><Relationship Id="rId10" Type="http://schemas.openxmlformats.org/officeDocument/2006/relationships/slideLayout" Target="../slideLayouts/slideLayout75.xml"/><Relationship Id="rId19" Type="http://schemas.openxmlformats.org/officeDocument/2006/relationships/theme" Target="../theme/theme5.xml"/><Relationship Id="rId31" Type="http://schemas.openxmlformats.org/officeDocument/2006/relationships/tags" Target="../tags/tag487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9.xml"/><Relationship Id="rId22" Type="http://schemas.openxmlformats.org/officeDocument/2006/relationships/tags" Target="../tags/tag478.xml"/><Relationship Id="rId27" Type="http://schemas.openxmlformats.org/officeDocument/2006/relationships/tags" Target="../tags/tag483.xml"/><Relationship Id="rId30" Type="http://schemas.openxmlformats.org/officeDocument/2006/relationships/tags" Target="../tags/tag486.xml"/><Relationship Id="rId35" Type="http://schemas.openxmlformats.org/officeDocument/2006/relationships/tags" Target="../tags/tag491.xml"/><Relationship Id="rId8" Type="http://schemas.openxmlformats.org/officeDocument/2006/relationships/slideLayout" Target="../slideLayouts/slideLayout73.xml"/><Relationship Id="rId3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77.xml"/><Relationship Id="rId17" Type="http://schemas.openxmlformats.org/officeDocument/2006/relationships/slideLayout" Target="../slideLayouts/slideLayout82.xml"/><Relationship Id="rId25" Type="http://schemas.openxmlformats.org/officeDocument/2006/relationships/tags" Target="../tags/tag481.xml"/><Relationship Id="rId33" Type="http://schemas.openxmlformats.org/officeDocument/2006/relationships/tags" Target="../tags/tag489.xml"/><Relationship Id="rId38" Type="http://schemas.openxmlformats.org/officeDocument/2006/relationships/tags" Target="../tags/tag494.xml"/></Relationships>
</file>

<file path=ppt/slideMasters/_rels/slideMaster6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96.xml"/><Relationship Id="rId18" Type="http://schemas.openxmlformats.org/officeDocument/2006/relationships/theme" Target="../theme/theme6.xml"/><Relationship Id="rId26" Type="http://schemas.openxmlformats.org/officeDocument/2006/relationships/tags" Target="../tags/tag622.xml"/><Relationship Id="rId39" Type="http://schemas.openxmlformats.org/officeDocument/2006/relationships/tags" Target="../tags/tag635.xml"/><Relationship Id="rId21" Type="http://schemas.openxmlformats.org/officeDocument/2006/relationships/tags" Target="../tags/tag617.xml"/><Relationship Id="rId34" Type="http://schemas.openxmlformats.org/officeDocument/2006/relationships/tags" Target="../tags/tag630.xml"/><Relationship Id="rId42" Type="http://schemas.openxmlformats.org/officeDocument/2006/relationships/image" Target="../media/image2.png"/><Relationship Id="rId7" Type="http://schemas.openxmlformats.org/officeDocument/2006/relationships/slideLayout" Target="../slideLayouts/slideLayout90.xml"/><Relationship Id="rId2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99.xml"/><Relationship Id="rId20" Type="http://schemas.openxmlformats.org/officeDocument/2006/relationships/tags" Target="../tags/tag616.xml"/><Relationship Id="rId29" Type="http://schemas.openxmlformats.org/officeDocument/2006/relationships/tags" Target="../tags/tag625.xml"/><Relationship Id="rId41" Type="http://schemas.openxmlformats.org/officeDocument/2006/relationships/image" Target="../media/image1.emf"/><Relationship Id="rId1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9.xml"/><Relationship Id="rId11" Type="http://schemas.openxmlformats.org/officeDocument/2006/relationships/slideLayout" Target="../slideLayouts/slideLayout94.xml"/><Relationship Id="rId24" Type="http://schemas.openxmlformats.org/officeDocument/2006/relationships/tags" Target="../tags/tag620.xml"/><Relationship Id="rId32" Type="http://schemas.openxmlformats.org/officeDocument/2006/relationships/tags" Target="../tags/tag628.xml"/><Relationship Id="rId37" Type="http://schemas.openxmlformats.org/officeDocument/2006/relationships/tags" Target="../tags/tag633.xml"/><Relationship Id="rId40" Type="http://schemas.openxmlformats.org/officeDocument/2006/relationships/oleObject" Target="../embeddings/oleObject84.bin"/><Relationship Id="rId5" Type="http://schemas.openxmlformats.org/officeDocument/2006/relationships/slideLayout" Target="../slideLayouts/slideLayout88.xml"/><Relationship Id="rId15" Type="http://schemas.openxmlformats.org/officeDocument/2006/relationships/slideLayout" Target="../slideLayouts/slideLayout98.xml"/><Relationship Id="rId23" Type="http://schemas.openxmlformats.org/officeDocument/2006/relationships/tags" Target="../tags/tag619.xml"/><Relationship Id="rId28" Type="http://schemas.openxmlformats.org/officeDocument/2006/relationships/tags" Target="../tags/tag624.xml"/><Relationship Id="rId36" Type="http://schemas.openxmlformats.org/officeDocument/2006/relationships/tags" Target="../tags/tag632.xml"/><Relationship Id="rId10" Type="http://schemas.openxmlformats.org/officeDocument/2006/relationships/slideLayout" Target="../slideLayouts/slideLayout93.xml"/><Relationship Id="rId19" Type="http://schemas.openxmlformats.org/officeDocument/2006/relationships/vmlDrawing" Target="../drawings/vmlDrawing84.vml"/><Relationship Id="rId31" Type="http://schemas.openxmlformats.org/officeDocument/2006/relationships/tags" Target="../tags/tag627.xml"/><Relationship Id="rId4" Type="http://schemas.openxmlformats.org/officeDocument/2006/relationships/slideLayout" Target="../slideLayouts/slideLayout87.xml"/><Relationship Id="rId9" Type="http://schemas.openxmlformats.org/officeDocument/2006/relationships/slideLayout" Target="../slideLayouts/slideLayout92.xml"/><Relationship Id="rId14" Type="http://schemas.openxmlformats.org/officeDocument/2006/relationships/slideLayout" Target="../slideLayouts/slideLayout97.xml"/><Relationship Id="rId22" Type="http://schemas.openxmlformats.org/officeDocument/2006/relationships/tags" Target="../tags/tag618.xml"/><Relationship Id="rId27" Type="http://schemas.openxmlformats.org/officeDocument/2006/relationships/tags" Target="../tags/tag623.xml"/><Relationship Id="rId30" Type="http://schemas.openxmlformats.org/officeDocument/2006/relationships/tags" Target="../tags/tag626.xml"/><Relationship Id="rId35" Type="http://schemas.openxmlformats.org/officeDocument/2006/relationships/tags" Target="../tags/tag631.xml"/><Relationship Id="rId8" Type="http://schemas.openxmlformats.org/officeDocument/2006/relationships/slideLayout" Target="../slideLayouts/slideLayout91.xml"/><Relationship Id="rId3" Type="http://schemas.openxmlformats.org/officeDocument/2006/relationships/slideLayout" Target="../slideLayouts/slideLayout86.xml"/><Relationship Id="rId12" Type="http://schemas.openxmlformats.org/officeDocument/2006/relationships/slideLayout" Target="../slideLayouts/slideLayout95.xml"/><Relationship Id="rId17" Type="http://schemas.openxmlformats.org/officeDocument/2006/relationships/slideLayout" Target="../slideLayouts/slideLayout100.xml"/><Relationship Id="rId25" Type="http://schemas.openxmlformats.org/officeDocument/2006/relationships/tags" Target="../tags/tag621.xml"/><Relationship Id="rId33" Type="http://schemas.openxmlformats.org/officeDocument/2006/relationships/tags" Target="../tags/tag629.xml"/><Relationship Id="rId38" Type="http://schemas.openxmlformats.org/officeDocument/2006/relationships/tags" Target="../tags/tag634.xml"/></Relationships>
</file>

<file path=ppt/slideMasters/_rels/slideMaster7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13.xml"/><Relationship Id="rId18" Type="http://schemas.openxmlformats.org/officeDocument/2006/relationships/slideLayout" Target="../slideLayouts/slideLayout118.xml"/><Relationship Id="rId26" Type="http://schemas.openxmlformats.org/officeDocument/2006/relationships/tags" Target="../tags/tag748.xml"/><Relationship Id="rId39" Type="http://schemas.openxmlformats.org/officeDocument/2006/relationships/tags" Target="../tags/tag761.xml"/><Relationship Id="rId21" Type="http://schemas.openxmlformats.org/officeDocument/2006/relationships/tags" Target="../tags/tag743.xml"/><Relationship Id="rId34" Type="http://schemas.openxmlformats.org/officeDocument/2006/relationships/tags" Target="../tags/tag756.xml"/><Relationship Id="rId42" Type="http://schemas.openxmlformats.org/officeDocument/2006/relationships/oleObject" Target="../embeddings/oleObject101.bin"/><Relationship Id="rId7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2.xml"/><Relationship Id="rId16" Type="http://schemas.openxmlformats.org/officeDocument/2006/relationships/slideLayout" Target="../slideLayouts/slideLayout116.xml"/><Relationship Id="rId20" Type="http://schemas.openxmlformats.org/officeDocument/2006/relationships/vmlDrawing" Target="../drawings/vmlDrawing101.vml"/><Relationship Id="rId29" Type="http://schemas.openxmlformats.org/officeDocument/2006/relationships/tags" Target="../tags/tag751.xml"/><Relationship Id="rId41" Type="http://schemas.openxmlformats.org/officeDocument/2006/relationships/tags" Target="../tags/tag763.xml"/><Relationship Id="rId1" Type="http://schemas.openxmlformats.org/officeDocument/2006/relationships/slideLayout" Target="../slideLayouts/slideLayout101.xml"/><Relationship Id="rId6" Type="http://schemas.openxmlformats.org/officeDocument/2006/relationships/slideLayout" Target="../slideLayouts/slideLayout106.xml"/><Relationship Id="rId11" Type="http://schemas.openxmlformats.org/officeDocument/2006/relationships/slideLayout" Target="../slideLayouts/slideLayout111.xml"/><Relationship Id="rId24" Type="http://schemas.openxmlformats.org/officeDocument/2006/relationships/tags" Target="../tags/tag746.xml"/><Relationship Id="rId32" Type="http://schemas.openxmlformats.org/officeDocument/2006/relationships/tags" Target="../tags/tag754.xml"/><Relationship Id="rId37" Type="http://schemas.openxmlformats.org/officeDocument/2006/relationships/tags" Target="../tags/tag759.xml"/><Relationship Id="rId40" Type="http://schemas.openxmlformats.org/officeDocument/2006/relationships/tags" Target="../tags/tag762.xml"/><Relationship Id="rId5" Type="http://schemas.openxmlformats.org/officeDocument/2006/relationships/slideLayout" Target="../slideLayouts/slideLayout105.xml"/><Relationship Id="rId15" Type="http://schemas.openxmlformats.org/officeDocument/2006/relationships/slideLayout" Target="../slideLayouts/slideLayout115.xml"/><Relationship Id="rId23" Type="http://schemas.openxmlformats.org/officeDocument/2006/relationships/tags" Target="../tags/tag745.xml"/><Relationship Id="rId28" Type="http://schemas.openxmlformats.org/officeDocument/2006/relationships/tags" Target="../tags/tag750.xml"/><Relationship Id="rId36" Type="http://schemas.openxmlformats.org/officeDocument/2006/relationships/tags" Target="../tags/tag758.xml"/><Relationship Id="rId10" Type="http://schemas.openxmlformats.org/officeDocument/2006/relationships/slideLayout" Target="../slideLayouts/slideLayout110.xml"/><Relationship Id="rId19" Type="http://schemas.openxmlformats.org/officeDocument/2006/relationships/theme" Target="../theme/theme7.xml"/><Relationship Id="rId31" Type="http://schemas.openxmlformats.org/officeDocument/2006/relationships/tags" Target="../tags/tag753.xml"/><Relationship Id="rId4" Type="http://schemas.openxmlformats.org/officeDocument/2006/relationships/slideLayout" Target="../slideLayouts/slideLayout104.xml"/><Relationship Id="rId9" Type="http://schemas.openxmlformats.org/officeDocument/2006/relationships/slideLayout" Target="../slideLayouts/slideLayout109.xml"/><Relationship Id="rId14" Type="http://schemas.openxmlformats.org/officeDocument/2006/relationships/slideLayout" Target="../slideLayouts/slideLayout114.xml"/><Relationship Id="rId22" Type="http://schemas.openxmlformats.org/officeDocument/2006/relationships/tags" Target="../tags/tag744.xml"/><Relationship Id="rId27" Type="http://schemas.openxmlformats.org/officeDocument/2006/relationships/tags" Target="../tags/tag749.xml"/><Relationship Id="rId30" Type="http://schemas.openxmlformats.org/officeDocument/2006/relationships/tags" Target="../tags/tag752.xml"/><Relationship Id="rId35" Type="http://schemas.openxmlformats.org/officeDocument/2006/relationships/tags" Target="../tags/tag757.xml"/><Relationship Id="rId43" Type="http://schemas.openxmlformats.org/officeDocument/2006/relationships/image" Target="../media/image3.emf"/><Relationship Id="rId8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3.xml"/><Relationship Id="rId12" Type="http://schemas.openxmlformats.org/officeDocument/2006/relationships/slideLayout" Target="../slideLayouts/slideLayout112.xml"/><Relationship Id="rId17" Type="http://schemas.openxmlformats.org/officeDocument/2006/relationships/slideLayout" Target="../slideLayouts/slideLayout117.xml"/><Relationship Id="rId25" Type="http://schemas.openxmlformats.org/officeDocument/2006/relationships/tags" Target="../tags/tag747.xml"/><Relationship Id="rId33" Type="http://schemas.openxmlformats.org/officeDocument/2006/relationships/tags" Target="../tags/tag755.xml"/><Relationship Id="rId38" Type="http://schemas.openxmlformats.org/officeDocument/2006/relationships/tags" Target="../tags/tag7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>
            <p:custDataLst>
              <p:tags r:id="rId18"/>
            </p:custDataLst>
            <p:extLst>
              <p:ext uri="{D42A27DB-BD31-4B8C-83A1-F6EECF244321}">
                <p14:modId xmlns:p14="http://schemas.microsoft.com/office/powerpoint/2010/main" val="29433289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" name="think-cell Slide" r:id="rId38" imgW="413" imgH="416" progId="TCLayout.ActiveDocument.1">
                  <p:embed/>
                </p:oleObj>
              </mc:Choice>
              <mc:Fallback>
                <p:oleObj name="think-cell Slide" r:id="rId38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5B28737-798E-48D4-BBDB-8EB35CB9FFFB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0" i="0" baseline="0" dirty="0">
              <a:solidFill>
                <a:schemeClr val="bg1"/>
              </a:solidFill>
              <a:latin typeface="Sakkal Majalla" panose="02000000000000000000" pitchFamily="2" charset="-78"/>
              <a:ea typeface="+mj-ea"/>
              <a:cs typeface="+mj-cs"/>
              <a:sym typeface="Sakkal Majalla" panose="02000000000000000000" pitchFamily="2" charset="-78"/>
            </a:endParaRP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554736" y="519011"/>
            <a:ext cx="11082528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/>
        </p:nvSpPr>
        <p:spPr>
          <a:xfrm>
            <a:off x="554736" y="1229254"/>
            <a:ext cx="27411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 lvl="0"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/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6003925" y="2170800"/>
            <a:ext cx="1559722" cy="46166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b="1" dirty="0">
                <a:solidFill>
                  <a:srgbClr val="007A3C"/>
                </a:solidFill>
              </a:rPr>
              <a:t>Above Chart Exhibit Title</a:t>
            </a:r>
            <a:br>
              <a:rPr lang="en-US" b="1" dirty="0">
                <a:solidFill>
                  <a:srgbClr val="007A3C"/>
                </a:solidFill>
              </a:rPr>
            </a:br>
            <a:r>
              <a:rPr lang="en-US" sz="1400" dirty="0"/>
              <a:t>Unit of Measure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H="1">
            <a:off x="554735" y="2170800"/>
            <a:ext cx="1907397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C4CAAEB5-D1DC-4B91-8EA8-6D4351D43002}"/>
              </a:ext>
            </a:extLst>
          </p:cNvPr>
          <p:cNvCxnSpPr>
            <a:cxnSpLocks/>
          </p:cNvCxnSpPr>
          <p:nvPr/>
        </p:nvCxnSpPr>
        <p:spPr bwMode="ltGray">
          <a:xfrm>
            <a:off x="0" y="928950"/>
            <a:ext cx="5038492" cy="0"/>
          </a:xfrm>
          <a:prstGeom prst="line">
            <a:avLst/>
          </a:prstGeom>
          <a:ln w="19050" cap="flat">
            <a:solidFill>
              <a:srgbClr val="C5A46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0" name="Picture 149">
            <a:extLst>
              <a:ext uri="{FF2B5EF4-FFF2-40B4-BE49-F238E27FC236}">
                <a16:creationId xmlns:a16="http://schemas.microsoft.com/office/drawing/2014/main" id="{4EA2E31F-2E15-4E48-B0A0-3CBB8B9A91C2}"/>
              </a:ext>
            </a:extLst>
          </p:cNvPr>
          <p:cNvPicPr>
            <a:picLocks noChangeAspect="1"/>
          </p:cNvPicPr>
          <p:nvPr/>
        </p:nvPicPr>
        <p:blipFill>
          <a:blip r:embed="rId4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ltGray">
          <a:xfrm>
            <a:off x="554735" y="6455415"/>
            <a:ext cx="1671151" cy="293623"/>
          </a:xfrm>
          <a:prstGeom prst="rect">
            <a:avLst/>
          </a:prstGeom>
        </p:spPr>
      </p:pic>
      <p:grpSp>
        <p:nvGrpSpPr>
          <p:cNvPr id="148" name="LegendLines" hidden="1">
            <a:extLst>
              <a:ext uri="{FF2B5EF4-FFF2-40B4-BE49-F238E27FC236}">
                <a16:creationId xmlns:a16="http://schemas.microsoft.com/office/drawing/2014/main" id="{B25BBA9B-8770-4489-9F6C-9901C3CA236A}"/>
              </a:ext>
            </a:extLst>
          </p:cNvPr>
          <p:cNvGrpSpPr/>
          <p:nvPr/>
        </p:nvGrpSpPr>
        <p:grpSpPr>
          <a:xfrm>
            <a:off x="10516084" y="3150223"/>
            <a:ext cx="1124394" cy="958286"/>
            <a:chOff x="10162879" y="3243772"/>
            <a:chExt cx="1124394" cy="958286"/>
          </a:xfrm>
        </p:grpSpPr>
        <p:sp>
          <p:nvSpPr>
            <p:cNvPr id="151" name="Legend1" hidden="1">
              <a:extLst>
                <a:ext uri="{FF2B5EF4-FFF2-40B4-BE49-F238E27FC236}">
                  <a16:creationId xmlns:a16="http://schemas.microsoft.com/office/drawing/2014/main" id="{AB7DAEA0-A790-4F39-BE3D-2A17CCBCFE1D}"/>
                </a:ext>
              </a:extLst>
            </p:cNvPr>
            <p:cNvSpPr txBox="1"/>
            <p:nvPr/>
          </p:nvSpPr>
          <p:spPr>
            <a:xfrm>
              <a:off x="10886522" y="3243772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2" hidden="1">
              <a:extLst>
                <a:ext uri="{FF2B5EF4-FFF2-40B4-BE49-F238E27FC236}">
                  <a16:creationId xmlns:a16="http://schemas.microsoft.com/office/drawing/2014/main" id="{935112B2-58A0-47A7-BD4A-70858EB7EC70}"/>
                </a:ext>
              </a:extLst>
            </p:cNvPr>
            <p:cNvSpPr txBox="1"/>
            <p:nvPr/>
          </p:nvSpPr>
          <p:spPr>
            <a:xfrm>
              <a:off x="10886522" y="3615193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3" hidden="1">
              <a:extLst>
                <a:ext uri="{FF2B5EF4-FFF2-40B4-BE49-F238E27FC236}">
                  <a16:creationId xmlns:a16="http://schemas.microsoft.com/office/drawing/2014/main" id="{2ADF68B3-D8B6-44EF-942F-0FB6881A7831}"/>
                </a:ext>
              </a:extLst>
            </p:cNvPr>
            <p:cNvSpPr txBox="1"/>
            <p:nvPr/>
          </p:nvSpPr>
          <p:spPr>
            <a:xfrm>
              <a:off x="10886522" y="3986614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4" name="LineLegend3" hidden="1">
              <a:extLst>
                <a:ext uri="{FF2B5EF4-FFF2-40B4-BE49-F238E27FC236}">
                  <a16:creationId xmlns:a16="http://schemas.microsoft.com/office/drawing/2014/main" id="{433CFB8A-C0C0-4C00-B898-931C2590871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400" baseline="0" dirty="0">
                <a:ea typeface="+mn-ea"/>
              </a:endParaRPr>
            </a:p>
          </p:txBody>
        </p:sp>
        <p:sp>
          <p:nvSpPr>
            <p:cNvPr id="155" name="LineLegend2" hidden="1">
              <a:extLst>
                <a:ext uri="{FF2B5EF4-FFF2-40B4-BE49-F238E27FC236}">
                  <a16:creationId xmlns:a16="http://schemas.microsoft.com/office/drawing/2014/main" id="{59A1E97A-8FC3-4973-A027-3A3B4A64C62F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400" baseline="0" dirty="0">
                <a:ea typeface="+mn-ea"/>
              </a:endParaRPr>
            </a:p>
          </p:txBody>
        </p:sp>
        <p:sp>
          <p:nvSpPr>
            <p:cNvPr id="156" name="LineLegend1" hidden="1">
              <a:extLst>
                <a:ext uri="{FF2B5EF4-FFF2-40B4-BE49-F238E27FC236}">
                  <a16:creationId xmlns:a16="http://schemas.microsoft.com/office/drawing/2014/main" id="{7796DF57-9F2A-44B1-96C4-65133F8D2FCC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400" baseline="0" dirty="0">
                <a:ea typeface="+mn-ea"/>
              </a:endParaRPr>
            </a:p>
          </p:txBody>
        </p:sp>
      </p:grpSp>
      <p:grpSp>
        <p:nvGrpSpPr>
          <p:cNvPr id="157" name="LegendMoons" hidden="1">
            <a:extLst>
              <a:ext uri="{FF2B5EF4-FFF2-40B4-BE49-F238E27FC236}">
                <a16:creationId xmlns:a16="http://schemas.microsoft.com/office/drawing/2014/main" id="{6B9DE31F-5A1D-44A0-802C-792234950072}"/>
              </a:ext>
            </a:extLst>
          </p:cNvPr>
          <p:cNvGrpSpPr/>
          <p:nvPr/>
        </p:nvGrpSpPr>
        <p:grpSpPr>
          <a:xfrm>
            <a:off x="10887095" y="1145373"/>
            <a:ext cx="753383" cy="1731859"/>
            <a:chOff x="7723680" y="1702457"/>
            <a:chExt cx="753383" cy="1731859"/>
          </a:xfrm>
        </p:grpSpPr>
        <p:sp>
          <p:nvSpPr>
            <p:cNvPr id="158" name="Legend1" hidden="1">
              <a:extLst>
                <a:ext uri="{FF2B5EF4-FFF2-40B4-BE49-F238E27FC236}">
                  <a16:creationId xmlns:a16="http://schemas.microsoft.com/office/drawing/2014/main" id="{BC71F642-4ADF-4FE0-87B5-F61604E03DF0}"/>
                </a:ext>
              </a:extLst>
            </p:cNvPr>
            <p:cNvSpPr txBox="1"/>
            <p:nvPr/>
          </p:nvSpPr>
          <p:spPr>
            <a:xfrm>
              <a:off x="8076312" y="1709816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9" name="Legend2" hidden="1">
              <a:extLst>
                <a:ext uri="{FF2B5EF4-FFF2-40B4-BE49-F238E27FC236}">
                  <a16:creationId xmlns:a16="http://schemas.microsoft.com/office/drawing/2014/main" id="{1E4F8828-03FD-47E3-A2A2-793B69CDA4DE}"/>
                </a:ext>
              </a:extLst>
            </p:cNvPr>
            <p:cNvSpPr txBox="1"/>
            <p:nvPr/>
          </p:nvSpPr>
          <p:spPr>
            <a:xfrm>
              <a:off x="8076312" y="2085275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60" name="Legend3" hidden="1">
              <a:extLst>
                <a:ext uri="{FF2B5EF4-FFF2-40B4-BE49-F238E27FC236}">
                  <a16:creationId xmlns:a16="http://schemas.microsoft.com/office/drawing/2014/main" id="{9DD21808-D7D5-4E48-B00F-C1E7070AD922}"/>
                </a:ext>
              </a:extLst>
            </p:cNvPr>
            <p:cNvSpPr txBox="1"/>
            <p:nvPr/>
          </p:nvSpPr>
          <p:spPr>
            <a:xfrm>
              <a:off x="8076312" y="2460734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61" name="Legend4" hidden="1">
              <a:extLst>
                <a:ext uri="{FF2B5EF4-FFF2-40B4-BE49-F238E27FC236}">
                  <a16:creationId xmlns:a16="http://schemas.microsoft.com/office/drawing/2014/main" id="{56371DBB-65D1-4FEB-A46F-98F6A0A54EC7}"/>
                </a:ext>
              </a:extLst>
            </p:cNvPr>
            <p:cNvSpPr txBox="1"/>
            <p:nvPr/>
          </p:nvSpPr>
          <p:spPr>
            <a:xfrm>
              <a:off x="8076312" y="2836193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62" name="Legend5" hidden="1">
              <a:extLst>
                <a:ext uri="{FF2B5EF4-FFF2-40B4-BE49-F238E27FC236}">
                  <a16:creationId xmlns:a16="http://schemas.microsoft.com/office/drawing/2014/main" id="{515FE3DB-FBC8-4877-B5FD-7D8303A3B3B6}"/>
                </a:ext>
              </a:extLst>
            </p:cNvPr>
            <p:cNvSpPr txBox="1"/>
            <p:nvPr/>
          </p:nvSpPr>
          <p:spPr>
            <a:xfrm>
              <a:off x="8076312" y="3211654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63" name="MoonLegend1" hidden="1">
              <a:extLst>
                <a:ext uri="{FF2B5EF4-FFF2-40B4-BE49-F238E27FC236}">
                  <a16:creationId xmlns:a16="http://schemas.microsoft.com/office/drawing/2014/main" id="{2C3001C0-479E-417C-AC60-172524700EA9}"/>
                </a:ext>
              </a:extLst>
            </p:cNvPr>
            <p:cNvGrpSpPr>
              <a:grpSpLocks noChangeAspect="1"/>
            </p:cNvGrpSpPr>
            <p:nvPr>
              <p:custDataLst>
                <p:tags r:id="rId2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87" name="Oval 186" hidden="1">
                <a:extLst>
                  <a:ext uri="{FF2B5EF4-FFF2-40B4-BE49-F238E27FC236}">
                    <a16:creationId xmlns:a16="http://schemas.microsoft.com/office/drawing/2014/main" id="{6DE0CD78-9F6E-454B-8C49-CB98F082574B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8" name="Arc 187" hidden="1">
                <a:extLst>
                  <a:ext uri="{FF2B5EF4-FFF2-40B4-BE49-F238E27FC236}">
                    <a16:creationId xmlns:a16="http://schemas.microsoft.com/office/drawing/2014/main" id="{9B2DFE80-F375-4DDA-85D1-096B68B0EB65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  <p:grpSp>
          <p:nvGrpSpPr>
            <p:cNvPr id="164" name="MoonLegend2" hidden="1">
              <a:extLst>
                <a:ext uri="{FF2B5EF4-FFF2-40B4-BE49-F238E27FC236}">
                  <a16:creationId xmlns:a16="http://schemas.microsoft.com/office/drawing/2014/main" id="{39A95644-ED5F-4238-A6CC-25BA6612C6DF}"/>
                </a:ext>
              </a:extLst>
            </p:cNvPr>
            <p:cNvGrpSpPr>
              <a:grpSpLocks noChangeAspect="1"/>
            </p:cNvGrpSpPr>
            <p:nvPr>
              <p:custDataLst>
                <p:tags r:id="rId2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84" name="Oval 183" hidden="1">
                <a:extLst>
                  <a:ext uri="{FF2B5EF4-FFF2-40B4-BE49-F238E27FC236}">
                    <a16:creationId xmlns:a16="http://schemas.microsoft.com/office/drawing/2014/main" id="{CBCE7095-F5CB-4030-A78D-5870B30A1026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5" name="Arc 184" hidden="1">
                <a:extLst>
                  <a:ext uri="{FF2B5EF4-FFF2-40B4-BE49-F238E27FC236}">
                    <a16:creationId xmlns:a16="http://schemas.microsoft.com/office/drawing/2014/main" id="{1690BD9B-5383-4F63-AFC3-BAE1A31AE4BD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  <p:grpSp>
          <p:nvGrpSpPr>
            <p:cNvPr id="165" name="MoonLegend3" hidden="1">
              <a:extLst>
                <a:ext uri="{FF2B5EF4-FFF2-40B4-BE49-F238E27FC236}">
                  <a16:creationId xmlns:a16="http://schemas.microsoft.com/office/drawing/2014/main" id="{79F53EA5-0D07-4AD4-869C-848AC1E214DD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82" name="Oval 181" hidden="1">
                <a:extLst>
                  <a:ext uri="{FF2B5EF4-FFF2-40B4-BE49-F238E27FC236}">
                    <a16:creationId xmlns:a16="http://schemas.microsoft.com/office/drawing/2014/main" id="{5DB749D8-2B6A-401E-BD7F-0F6BA6068564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3" name="Arc 182" hidden="1">
                <a:extLst>
                  <a:ext uri="{FF2B5EF4-FFF2-40B4-BE49-F238E27FC236}">
                    <a16:creationId xmlns:a16="http://schemas.microsoft.com/office/drawing/2014/main" id="{3D17C137-76DE-4DC9-9275-B3041CD943A6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  <p:grpSp>
          <p:nvGrpSpPr>
            <p:cNvPr id="166" name="MoonLegend4" hidden="1">
              <a:extLst>
                <a:ext uri="{FF2B5EF4-FFF2-40B4-BE49-F238E27FC236}">
                  <a16:creationId xmlns:a16="http://schemas.microsoft.com/office/drawing/2014/main" id="{F2D46CCA-987F-4C09-822C-1E338DB3247B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80" name="Oval 179" hidden="1">
                <a:extLst>
                  <a:ext uri="{FF2B5EF4-FFF2-40B4-BE49-F238E27FC236}">
                    <a16:creationId xmlns:a16="http://schemas.microsoft.com/office/drawing/2014/main" id="{2E5CE39F-9EEE-4B70-BE3D-F558FC8F115E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1" name="Arc 180" hidden="1">
                <a:extLst>
                  <a:ext uri="{FF2B5EF4-FFF2-40B4-BE49-F238E27FC236}">
                    <a16:creationId xmlns:a16="http://schemas.microsoft.com/office/drawing/2014/main" id="{1F4CAA0A-1B70-4760-B591-2F5686E5B957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  <p:grpSp>
          <p:nvGrpSpPr>
            <p:cNvPr id="167" name="MoonLegend5" hidden="1">
              <a:extLst>
                <a:ext uri="{FF2B5EF4-FFF2-40B4-BE49-F238E27FC236}">
                  <a16:creationId xmlns:a16="http://schemas.microsoft.com/office/drawing/2014/main" id="{CC8D92E7-C21C-4C26-9B1F-41002AEC1B70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68" name="Oval 167" hidden="1">
                <a:extLst>
                  <a:ext uri="{FF2B5EF4-FFF2-40B4-BE49-F238E27FC236}">
                    <a16:creationId xmlns:a16="http://schemas.microsoft.com/office/drawing/2014/main" id="{6E7FE368-AA6C-440B-BCD8-29CC7A6AAA84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9" name="Arc 178" hidden="1">
                <a:extLst>
                  <a:ext uri="{FF2B5EF4-FFF2-40B4-BE49-F238E27FC236}">
                    <a16:creationId xmlns:a16="http://schemas.microsoft.com/office/drawing/2014/main" id="{9FCC6F5F-811C-47FC-83BC-5EC0CDD6F4DD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</p:grpSp>
      <p:grpSp>
        <p:nvGrpSpPr>
          <p:cNvPr id="189" name="LegendBoxes" hidden="1">
            <a:extLst>
              <a:ext uri="{FF2B5EF4-FFF2-40B4-BE49-F238E27FC236}">
                <a16:creationId xmlns:a16="http://schemas.microsoft.com/office/drawing/2014/main" id="{38F5855E-FE93-4D76-9514-88EFE3A2DE6A}"/>
              </a:ext>
            </a:extLst>
          </p:cNvPr>
          <p:cNvGrpSpPr/>
          <p:nvPr/>
        </p:nvGrpSpPr>
        <p:grpSpPr>
          <a:xfrm>
            <a:off x="10913581" y="4381500"/>
            <a:ext cx="726897" cy="1717282"/>
            <a:chOff x="10652400" y="4322824"/>
            <a:chExt cx="726897" cy="1717282"/>
          </a:xfrm>
        </p:grpSpPr>
        <p:sp>
          <p:nvSpPr>
            <p:cNvPr id="190" name="RectangleLegend1" hidden="1">
              <a:extLst>
                <a:ext uri="{FF2B5EF4-FFF2-40B4-BE49-F238E27FC236}">
                  <a16:creationId xmlns:a16="http://schemas.microsoft.com/office/drawing/2014/main" id="{155FBF39-E338-46FB-94BB-7C2A2AC64DCA}"/>
                </a:ext>
              </a:extLst>
            </p:cNvPr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2" hidden="1">
              <a:extLst>
                <a:ext uri="{FF2B5EF4-FFF2-40B4-BE49-F238E27FC236}">
                  <a16:creationId xmlns:a16="http://schemas.microsoft.com/office/drawing/2014/main" id="{1A7C11CF-229C-4257-A0F4-486C976D7C63}"/>
                </a:ext>
              </a:extLst>
            </p:cNvPr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3" hidden="1">
              <a:extLst>
                <a:ext uri="{FF2B5EF4-FFF2-40B4-BE49-F238E27FC236}">
                  <a16:creationId xmlns:a16="http://schemas.microsoft.com/office/drawing/2014/main" id="{BD07A07C-D5C0-4338-86F6-239BBC3B1826}"/>
                </a:ext>
              </a:extLst>
            </p:cNvPr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RectangleLegend4" hidden="1">
              <a:extLst>
                <a:ext uri="{FF2B5EF4-FFF2-40B4-BE49-F238E27FC236}">
                  <a16:creationId xmlns:a16="http://schemas.microsoft.com/office/drawing/2014/main" id="{066FBB00-78E5-4324-B4F6-A1C522920320}"/>
                </a:ext>
              </a:extLst>
            </p:cNvPr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4" name="RectangleLegend5" hidden="1">
              <a:extLst>
                <a:ext uri="{FF2B5EF4-FFF2-40B4-BE49-F238E27FC236}">
                  <a16:creationId xmlns:a16="http://schemas.microsoft.com/office/drawing/2014/main" id="{D46668A8-4562-476B-96CC-6BEA0B145107}"/>
                </a:ext>
              </a:extLst>
            </p:cNvPr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5" name="Legend1" hidden="1">
              <a:extLst>
                <a:ext uri="{FF2B5EF4-FFF2-40B4-BE49-F238E27FC236}">
                  <a16:creationId xmlns:a16="http://schemas.microsoft.com/office/drawing/2014/main" id="{0E77D20A-FCC5-40B5-AC4D-8A5C1A1EE0F6}"/>
                </a:ext>
              </a:extLst>
            </p:cNvPr>
            <p:cNvSpPr txBox="1"/>
            <p:nvPr/>
          </p:nvSpPr>
          <p:spPr>
            <a:xfrm>
              <a:off x="10978546" y="4322824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2" hidden="1">
              <a:extLst>
                <a:ext uri="{FF2B5EF4-FFF2-40B4-BE49-F238E27FC236}">
                  <a16:creationId xmlns:a16="http://schemas.microsoft.com/office/drawing/2014/main" id="{50247E43-C849-4947-9B5B-FF9909A921E5}"/>
                </a:ext>
              </a:extLst>
            </p:cNvPr>
            <p:cNvSpPr txBox="1"/>
            <p:nvPr/>
          </p:nvSpPr>
          <p:spPr>
            <a:xfrm>
              <a:off x="10978546" y="4702322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3" hidden="1">
              <a:extLst>
                <a:ext uri="{FF2B5EF4-FFF2-40B4-BE49-F238E27FC236}">
                  <a16:creationId xmlns:a16="http://schemas.microsoft.com/office/drawing/2014/main" id="{76D12DBD-A21A-4195-91DD-F47547C124A7}"/>
                </a:ext>
              </a:extLst>
            </p:cNvPr>
            <p:cNvSpPr txBox="1"/>
            <p:nvPr/>
          </p:nvSpPr>
          <p:spPr>
            <a:xfrm>
              <a:off x="10978546" y="5081820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227" name="Legend4" hidden="1">
              <a:extLst>
                <a:ext uri="{FF2B5EF4-FFF2-40B4-BE49-F238E27FC236}">
                  <a16:creationId xmlns:a16="http://schemas.microsoft.com/office/drawing/2014/main" id="{6083359C-D53C-4E59-986E-8A462D9DBE08}"/>
                </a:ext>
              </a:extLst>
            </p:cNvPr>
            <p:cNvSpPr txBox="1"/>
            <p:nvPr/>
          </p:nvSpPr>
          <p:spPr>
            <a:xfrm>
              <a:off x="10978546" y="5453241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228" name="Legend5" hidden="1">
              <a:extLst>
                <a:ext uri="{FF2B5EF4-FFF2-40B4-BE49-F238E27FC236}">
                  <a16:creationId xmlns:a16="http://schemas.microsoft.com/office/drawing/2014/main" id="{A53A352B-86BE-4E98-AA48-B6B3D2CA5344}"/>
                </a:ext>
              </a:extLst>
            </p:cNvPr>
            <p:cNvSpPr txBox="1"/>
            <p:nvPr/>
          </p:nvSpPr>
          <p:spPr>
            <a:xfrm>
              <a:off x="10978545" y="5824662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sp>
        <p:nvSpPr>
          <p:cNvPr id="171" name="TextBox 5"/>
          <p:cNvSpPr txBox="1">
            <a:spLocks noChangeArrowheads="1"/>
          </p:cNvSpPr>
          <p:nvPr/>
        </p:nvSpPr>
        <p:spPr bwMode="gray">
          <a:xfrm>
            <a:off x="0" y="6354410"/>
            <a:ext cx="2876625" cy="503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</p:spTree>
    <p:extLst>
      <p:ext uri="{BB962C8B-B14F-4D97-AF65-F5344CB8AC3E}">
        <p14:creationId xmlns:p14="http://schemas.microsoft.com/office/powerpoint/2010/main" val="1192227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98" r:id="rId1"/>
    <p:sldLayoutId id="2147484499" r:id="rId2"/>
    <p:sldLayoutId id="2147484500" r:id="rId3"/>
    <p:sldLayoutId id="2147484501" r:id="rId4"/>
    <p:sldLayoutId id="2147484502" r:id="rId5"/>
    <p:sldLayoutId id="2147484503" r:id="rId6"/>
    <p:sldLayoutId id="2147484504" r:id="rId7"/>
    <p:sldLayoutId id="2147484505" r:id="rId8"/>
    <p:sldLayoutId id="2147484506" r:id="rId9"/>
    <p:sldLayoutId id="2147484507" r:id="rId10"/>
    <p:sldLayoutId id="2147484508" r:id="rId11"/>
    <p:sldLayoutId id="2147484509" r:id="rId12"/>
    <p:sldLayoutId id="2147484510" r:id="rId13"/>
    <p:sldLayoutId id="2147484597" r:id="rId14"/>
    <p:sldLayoutId id="2147484811" r:id="rId15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rgbClr val="007A3C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rgbClr val="007A3C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38912" indent="-210312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rgbClr val="007A3C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5544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rgbClr val="007A3C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813816" indent="-146304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rgbClr val="007A3C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40B17A4-151A-442A-85BB-61D97FD47CDC}"/>
              </a:ext>
            </a:extLst>
          </p:cNvPr>
          <p:cNvGraphicFramePr>
            <a:graphicFrameLocks noChangeAspect="1"/>
          </p:cNvGraphicFramePr>
          <p:nvPr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36375320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0" name="think-cell Slide" r:id="rId43" imgW="592" imgH="591" progId="TCLayout.ActiveDocument.1">
                  <p:embed/>
                </p:oleObj>
              </mc:Choice>
              <mc:Fallback>
                <p:oleObj name="think-cell Slide" r:id="rId43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40B17A4-151A-442A-85BB-61D97FD47C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3399E7-290D-4CE6-AA08-2DA0CF307E1C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0" i="0" baseline="0" dirty="0">
              <a:solidFill>
                <a:schemeClr val="bg1"/>
              </a:solidFill>
              <a:latin typeface="Sakkal Majalla" panose="02000000000000000000" pitchFamily="2" charset="-78"/>
              <a:ea typeface="+mj-ea"/>
              <a:cs typeface="+mj-cs"/>
              <a:sym typeface="Sakkal Majalla" panose="02000000000000000000" pitchFamily="2" charset="-78"/>
            </a:endParaRPr>
          </a:p>
        </p:txBody>
      </p:sp>
      <p:sp>
        <p:nvSpPr>
          <p:cNvPr id="53" name="2. Slide Title">
            <a:extLst>
              <a:ext uri="{FF2B5EF4-FFF2-40B4-BE49-F238E27FC236}">
                <a16:creationId xmlns:a16="http://schemas.microsoft.com/office/drawing/2014/main" id="{7C8D601E-A2E1-4979-AE83-B694B9829662}"/>
              </a:ext>
            </a:extLst>
          </p:cNvPr>
          <p:cNvSpPr>
            <a:spLocks noGrp="1"/>
          </p:cNvSpPr>
          <p:nvPr>
            <p:ph type="title"/>
            <p:custDataLst>
              <p:tags r:id="rId24"/>
            </p:custDataLst>
          </p:nvPr>
        </p:nvSpPr>
        <p:spPr>
          <a:xfrm>
            <a:off x="554736" y="519011"/>
            <a:ext cx="11082528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grpSp>
        <p:nvGrpSpPr>
          <p:cNvPr id="55" name="Grid" hidden="1">
            <a:extLst>
              <a:ext uri="{FF2B5EF4-FFF2-40B4-BE49-F238E27FC236}">
                <a16:creationId xmlns:a16="http://schemas.microsoft.com/office/drawing/2014/main" id="{DEFB2FD9-7CD8-4FAE-9553-EBB1883173D8}"/>
              </a:ext>
            </a:extLst>
          </p:cNvPr>
          <p:cNvGrpSpPr/>
          <p:nvPr>
            <p:custDataLst>
              <p:tags r:id="rId25"/>
            </p:custDataLst>
          </p:nvPr>
        </p:nvGrpSpPr>
        <p:grpSpPr>
          <a:xfrm>
            <a:off x="1524" y="0"/>
            <a:ext cx="12190476" cy="6858000"/>
            <a:chOff x="0" y="0"/>
            <a:chExt cx="12190476" cy="6858000"/>
          </a:xfrm>
        </p:grpSpPr>
        <p:sp>
          <p:nvSpPr>
            <p:cNvPr id="56" name="slide margin">
              <a:extLst>
                <a:ext uri="{FF2B5EF4-FFF2-40B4-BE49-F238E27FC236}">
                  <a16:creationId xmlns:a16="http://schemas.microsoft.com/office/drawing/2014/main" id="{38DD344F-AD20-46A3-A11B-2D82C3344FEC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C7601CF-5E5B-457D-847F-427610DA2FB7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31F3C21-0066-454F-858F-CF8DE7C15746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2C2F96-141D-4584-8AFC-7B03AC967AD5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FFAB406-01C7-4D16-B756-95AABF69356F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C0947A7-511E-40BC-89AC-7FB57EB8253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E13BF7D-FE79-4AD9-BD1E-86E33F888F0B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39CD20B4-6A15-49A2-A59E-FCCFB641E09C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88C9107F-AE78-4984-826C-0B2406DAF134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34F056F-D81A-4196-9B3A-AE8FD5591CB2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4C1E84A-C73C-43D4-BA3C-8DBC74530EF8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E85AE8D-58C3-4AA0-B6F0-E5B277CA7900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7C36F9C0-4B83-4C02-9FB8-FE87C7414EE2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3B3485C-D98D-4843-9430-BAB5037871BA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4711F5E-C124-4817-92AB-CA50490512E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287B4A93-F9FF-464C-9429-7F0508C752D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F30BD8E3-A9FF-4CAF-AFCE-78BAF967AB1A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8DFD3D7-8227-4BAE-92E3-7A8D1D9D120B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B1BDBD63-521E-429E-88F1-146A189AC445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0B0088A-AB05-469E-9D5A-008850E9B532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9BCFA35-14ED-4686-918B-E003CB0183E0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2C9479A-9B75-4DAD-BD6F-ACA06F40053D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0E502045-AFEE-46BD-82EF-7FDCA210A972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8331B978-23AB-4D1C-BDEB-D3F9BEDAA2DB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B5C2958A-8756-4F5D-9D2E-8609AF3FE7F3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05E51A7-0B73-4EDC-8853-4C4885C3CD12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55BB02-C70B-4783-95E3-349A9749DE81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F414889-E577-40C3-8CDF-DA20200FC4BB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0578B73-0DC8-40FE-8A21-280C0818D286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A3EAB8C-6F2A-4487-A2BB-0984642F92BD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07D70175-6613-45BC-AF43-015C72F13A7B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B942F25-6CDB-4981-97B7-D7BDEBE5ADF5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01315AFB-F00B-4517-B2CA-2588A030EFF4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2EAC9B8-160B-4F7F-8029-F358F771D704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42671AAA-F5BF-4B8E-9B20-12F8E97A3021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3FB4F88-2E32-42AF-931D-73EEE391186B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4A1769F-CE92-4633-87B1-DDCB8F121456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4B597847-9D21-4E79-A3C1-CD09A72ED17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A4475F4C-A18C-4D1A-BA57-171FB0889ED5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B668352-A3AB-4B2E-9A58-3447022124C4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7FB43971-E513-473C-A51D-9EE94E61083C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45DF1BF3-81AD-4891-9BB0-2F7A0C9D4E46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00BDB8E3-D6DD-4760-8A19-73C078A70F87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CF12D775-122F-40DE-9D53-9EE07EEAA8F5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D2CAD56-BA05-4C75-8034-7BE3F452236F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790E0245-1DD4-47DE-874E-81EEEC5BC8F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1CFFCCA0-3335-4A1D-ABE0-05033DB06A2E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F4D72CB9-C1AD-44DE-9701-7AC2B6FF96CE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889B3321-C5E9-4805-BC66-EA0432C4C15B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7ACEEB3E-3F13-47FD-9363-059ECF85CA24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373AB56B-1DBC-4E4B-A722-E8BD0ECD1B41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7406E6C7-24A3-4B83-8726-B30607709EF5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ABF470C1-8F17-46A7-9CF6-68959FCC27C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BDFB440D-CD6D-4896-879A-A739507A9DA0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213BC5EF-1845-45CB-A034-F5C2FECB524D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52206814-DAB9-4959-9312-D81139D2AED1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863072DF-59FF-4A0A-BAA0-5A11E1D2E4E3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8A4BE5F7-9CDA-49D9-BFEC-F2B196770FC3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CC5C0C16-0A28-498B-9C6F-5032271897D0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91131945-8EE6-4545-BF8A-AF353687BEB3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75DD299-052D-4F8E-A9FE-D093F95B0FF2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58EBC29A-6A7B-40D5-897C-5DEEBEE6A4B2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C66B5FDD-F1EC-4F2C-B392-BC178AD8DA90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D93E83BE-872E-48AC-9FFE-A9F5597742DF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D9D1C528-2748-4906-ABB1-D32D60EC43E0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6982271F-16E6-4B46-8B36-C850AA36014C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8A678F6B-D7A6-4C5F-A60A-68F375965733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B1F16AAE-3D56-49D9-B1F8-CF0D668C4625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46BA71-43F2-4516-96BC-46C1F7150D1F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6B2820DA-E0D5-407B-9227-F00335F2855C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A6A61357-206A-4A6B-82AD-45174279B301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6FD4E7D7-1920-4CDF-8C8E-2C8843C3234E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B6B52954-99B2-4CA1-BC58-BC2CE3144C2E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A58B8F17-F2CF-4C8B-9384-4763AEB46266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BF4D57F3-3690-4C8F-9DD3-6514140E8449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F1248E6-58FC-4800-A342-F266640388C0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9B8011EA-A67B-4792-899C-6F30861FB41B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4E187538-C1B6-4AB3-9E92-1CBE573E39EA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F725F436-5B17-4F6D-B174-9FD6324175C9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3DD99996-2943-48E4-B56E-D3F05FDFEC4F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E8B8D663-5E52-4EA2-8D3F-41F6121FAE3C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11F6EC2A-C5C1-4266-92CE-81F84B827556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main body box">
              <a:extLst>
                <a:ext uri="{FF2B5EF4-FFF2-40B4-BE49-F238E27FC236}">
                  <a16:creationId xmlns:a16="http://schemas.microsoft.com/office/drawing/2014/main" id="{B218B8DC-43D2-4BF0-8019-414A6C978B5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F8A6CBCB-2578-43F1-B7A4-69F595E6E013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62E19C48-49CD-490C-82AF-6A807F4A91F8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145" name="4. Footnote" hidden="1">
            <a:extLst>
              <a:ext uri="{FF2B5EF4-FFF2-40B4-BE49-F238E27FC236}">
                <a16:creationId xmlns:a16="http://schemas.microsoft.com/office/drawing/2014/main" id="{56E3DC21-21DB-42FE-8721-1BC0E89F13AE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176" name="Sticker" hidden="1">
            <a:extLst>
              <a:ext uri="{FF2B5EF4-FFF2-40B4-BE49-F238E27FC236}">
                <a16:creationId xmlns:a16="http://schemas.microsoft.com/office/drawing/2014/main" id="{F05F3D84-B1F2-4969-91DD-7BB0F78A4159}"/>
              </a:ext>
            </a:extLst>
          </p:cNvPr>
          <p:cNvSpPr txBox="1"/>
          <p:nvPr/>
        </p:nvSpPr>
        <p:spPr>
          <a:xfrm>
            <a:off x="554736" y="1229254"/>
            <a:ext cx="27411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 lvl="0"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/>
              <a:t>STICKER</a:t>
            </a:r>
          </a:p>
        </p:txBody>
      </p:sp>
      <p:sp>
        <p:nvSpPr>
          <p:cNvPr id="207" name="ACET" hidden="1">
            <a:extLst>
              <a:ext uri="{FF2B5EF4-FFF2-40B4-BE49-F238E27FC236}">
                <a16:creationId xmlns:a16="http://schemas.microsoft.com/office/drawing/2014/main" id="{9C1AB688-8E46-4BED-871D-3FE073C183F2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6003924" y="2170800"/>
            <a:ext cx="1559722" cy="46166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Above Chart Exhibit Title</a:t>
            </a:r>
            <a:br>
              <a:rPr lang="en-US" dirty="0"/>
            </a:br>
            <a:r>
              <a:rPr lang="en-US" sz="1400" b="0" dirty="0"/>
              <a:t>Unit of Measure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A8BC65-10CC-4404-9B17-2797DDA47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H="1">
            <a:off x="554736" y="2170800"/>
            <a:ext cx="2009869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1BAE8FC-ABBD-4F1E-A2E0-8945B65CD67E}"/>
              </a:ext>
            </a:extLst>
          </p:cNvPr>
          <p:cNvCxnSpPr>
            <a:cxnSpLocks/>
          </p:cNvCxnSpPr>
          <p:nvPr/>
        </p:nvCxnSpPr>
        <p:spPr bwMode="ltGray">
          <a:xfrm>
            <a:off x="0" y="928950"/>
            <a:ext cx="5038492" cy="0"/>
          </a:xfrm>
          <a:prstGeom prst="line">
            <a:avLst/>
          </a:prstGeom>
          <a:ln w="19050" cap="flat">
            <a:solidFill>
              <a:srgbClr val="C5A46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9" name="LegendBoxes" hidden="1">
            <a:extLst>
              <a:ext uri="{FF2B5EF4-FFF2-40B4-BE49-F238E27FC236}">
                <a16:creationId xmlns:a16="http://schemas.microsoft.com/office/drawing/2014/main" id="{DE4B5E55-C75F-40AE-87D7-1A069E709A0B}"/>
              </a:ext>
            </a:extLst>
          </p:cNvPr>
          <p:cNvGrpSpPr/>
          <p:nvPr/>
        </p:nvGrpSpPr>
        <p:grpSpPr>
          <a:xfrm>
            <a:off x="10913581" y="4381500"/>
            <a:ext cx="726897" cy="1717282"/>
            <a:chOff x="10554770" y="4322824"/>
            <a:chExt cx="726897" cy="1717282"/>
          </a:xfrm>
        </p:grpSpPr>
        <p:sp>
          <p:nvSpPr>
            <p:cNvPr id="170" name="RectangleLegend1" hidden="1">
              <a:extLst>
                <a:ext uri="{FF2B5EF4-FFF2-40B4-BE49-F238E27FC236}">
                  <a16:creationId xmlns:a16="http://schemas.microsoft.com/office/drawing/2014/main" id="{C848B9B7-3C23-43F0-AF77-5305AECFD76D}"/>
                </a:ext>
              </a:extLst>
            </p:cNvPr>
            <p:cNvSpPr/>
            <p:nvPr/>
          </p:nvSpPr>
          <p:spPr>
            <a:xfrm>
              <a:off x="1055477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71" name="RectangleLegend2" hidden="1">
              <a:extLst>
                <a:ext uri="{FF2B5EF4-FFF2-40B4-BE49-F238E27FC236}">
                  <a16:creationId xmlns:a16="http://schemas.microsoft.com/office/drawing/2014/main" id="{05CFC4F3-735D-41C3-8032-14EB4EE793D9}"/>
                </a:ext>
              </a:extLst>
            </p:cNvPr>
            <p:cNvSpPr/>
            <p:nvPr/>
          </p:nvSpPr>
          <p:spPr>
            <a:xfrm>
              <a:off x="1055477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72" name="RectangleLegend3" hidden="1">
              <a:extLst>
                <a:ext uri="{FF2B5EF4-FFF2-40B4-BE49-F238E27FC236}">
                  <a16:creationId xmlns:a16="http://schemas.microsoft.com/office/drawing/2014/main" id="{94980EA2-C066-401F-A370-7FECEF07D247}"/>
                </a:ext>
              </a:extLst>
            </p:cNvPr>
            <p:cNvSpPr/>
            <p:nvPr/>
          </p:nvSpPr>
          <p:spPr>
            <a:xfrm>
              <a:off x="1055477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73" name="RectangleLegend4" hidden="1">
              <a:extLst>
                <a:ext uri="{FF2B5EF4-FFF2-40B4-BE49-F238E27FC236}">
                  <a16:creationId xmlns:a16="http://schemas.microsoft.com/office/drawing/2014/main" id="{6C44D5F9-DCBE-47E1-8EBA-B4B4DA5C574B}"/>
                </a:ext>
              </a:extLst>
            </p:cNvPr>
            <p:cNvSpPr/>
            <p:nvPr/>
          </p:nvSpPr>
          <p:spPr>
            <a:xfrm>
              <a:off x="1055477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74" name="RectangleLegend5" hidden="1">
              <a:extLst>
                <a:ext uri="{FF2B5EF4-FFF2-40B4-BE49-F238E27FC236}">
                  <a16:creationId xmlns:a16="http://schemas.microsoft.com/office/drawing/2014/main" id="{9E54FAE4-751E-4EF0-873C-3756791E352C}"/>
                </a:ext>
              </a:extLst>
            </p:cNvPr>
            <p:cNvSpPr/>
            <p:nvPr/>
          </p:nvSpPr>
          <p:spPr>
            <a:xfrm>
              <a:off x="1055477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75" name="Legend1" hidden="1">
              <a:extLst>
                <a:ext uri="{FF2B5EF4-FFF2-40B4-BE49-F238E27FC236}">
                  <a16:creationId xmlns:a16="http://schemas.microsoft.com/office/drawing/2014/main" id="{E50B00E2-4F1C-4682-89DB-194F6D5921A7}"/>
                </a:ext>
              </a:extLst>
            </p:cNvPr>
            <p:cNvSpPr txBox="1"/>
            <p:nvPr/>
          </p:nvSpPr>
          <p:spPr>
            <a:xfrm>
              <a:off x="10880916" y="4322824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7" name="Legend2" hidden="1">
              <a:extLst>
                <a:ext uri="{FF2B5EF4-FFF2-40B4-BE49-F238E27FC236}">
                  <a16:creationId xmlns:a16="http://schemas.microsoft.com/office/drawing/2014/main" id="{8B09EB51-9E19-486F-B353-124DF542C137}"/>
                </a:ext>
              </a:extLst>
            </p:cNvPr>
            <p:cNvSpPr txBox="1"/>
            <p:nvPr/>
          </p:nvSpPr>
          <p:spPr>
            <a:xfrm>
              <a:off x="10880916" y="4702322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8" name="Legend3" hidden="1">
              <a:extLst>
                <a:ext uri="{FF2B5EF4-FFF2-40B4-BE49-F238E27FC236}">
                  <a16:creationId xmlns:a16="http://schemas.microsoft.com/office/drawing/2014/main" id="{33574E7D-598E-4AED-8803-B113FF2359E2}"/>
                </a:ext>
              </a:extLst>
            </p:cNvPr>
            <p:cNvSpPr txBox="1"/>
            <p:nvPr/>
          </p:nvSpPr>
          <p:spPr>
            <a:xfrm>
              <a:off x="10880916" y="5081820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9" name="Legend4" hidden="1">
              <a:extLst>
                <a:ext uri="{FF2B5EF4-FFF2-40B4-BE49-F238E27FC236}">
                  <a16:creationId xmlns:a16="http://schemas.microsoft.com/office/drawing/2014/main" id="{9D0EC055-69E3-4DB6-8F3D-F14DF3E0B330}"/>
                </a:ext>
              </a:extLst>
            </p:cNvPr>
            <p:cNvSpPr txBox="1"/>
            <p:nvPr/>
          </p:nvSpPr>
          <p:spPr>
            <a:xfrm>
              <a:off x="10880916" y="5453241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0" name="Legend5" hidden="1">
              <a:extLst>
                <a:ext uri="{FF2B5EF4-FFF2-40B4-BE49-F238E27FC236}">
                  <a16:creationId xmlns:a16="http://schemas.microsoft.com/office/drawing/2014/main" id="{8ABD9133-516C-49BC-81CD-B66C26840747}"/>
                </a:ext>
              </a:extLst>
            </p:cNvPr>
            <p:cNvSpPr txBox="1"/>
            <p:nvPr/>
          </p:nvSpPr>
          <p:spPr>
            <a:xfrm>
              <a:off x="10880915" y="5824662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81" name="LegendLines" hidden="1">
            <a:extLst>
              <a:ext uri="{FF2B5EF4-FFF2-40B4-BE49-F238E27FC236}">
                <a16:creationId xmlns:a16="http://schemas.microsoft.com/office/drawing/2014/main" id="{E9622DC6-3BC2-40AF-9DE8-2ED2929E128B}"/>
              </a:ext>
            </a:extLst>
          </p:cNvPr>
          <p:cNvGrpSpPr/>
          <p:nvPr/>
        </p:nvGrpSpPr>
        <p:grpSpPr>
          <a:xfrm>
            <a:off x="10516084" y="3150831"/>
            <a:ext cx="1124394" cy="958286"/>
            <a:chOff x="10162879" y="3243772"/>
            <a:chExt cx="1124394" cy="958286"/>
          </a:xfrm>
        </p:grpSpPr>
        <p:sp>
          <p:nvSpPr>
            <p:cNvPr id="182" name="Legend1" hidden="1">
              <a:extLst>
                <a:ext uri="{FF2B5EF4-FFF2-40B4-BE49-F238E27FC236}">
                  <a16:creationId xmlns:a16="http://schemas.microsoft.com/office/drawing/2014/main" id="{D2A8359B-1FB2-4696-83A3-B5BDB537DC78}"/>
                </a:ext>
              </a:extLst>
            </p:cNvPr>
            <p:cNvSpPr txBox="1"/>
            <p:nvPr/>
          </p:nvSpPr>
          <p:spPr>
            <a:xfrm>
              <a:off x="10886522" y="3243772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egend2" hidden="1">
              <a:extLst>
                <a:ext uri="{FF2B5EF4-FFF2-40B4-BE49-F238E27FC236}">
                  <a16:creationId xmlns:a16="http://schemas.microsoft.com/office/drawing/2014/main" id="{4CF98F83-79EF-4108-B78A-A14FBA785BDC}"/>
                </a:ext>
              </a:extLst>
            </p:cNvPr>
            <p:cNvSpPr txBox="1"/>
            <p:nvPr/>
          </p:nvSpPr>
          <p:spPr>
            <a:xfrm>
              <a:off x="10886522" y="3615193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4" name="Legend3" hidden="1">
              <a:extLst>
                <a:ext uri="{FF2B5EF4-FFF2-40B4-BE49-F238E27FC236}">
                  <a16:creationId xmlns:a16="http://schemas.microsoft.com/office/drawing/2014/main" id="{510669CE-1942-4A36-AFA5-CAED4FA2B4DE}"/>
                </a:ext>
              </a:extLst>
            </p:cNvPr>
            <p:cNvSpPr txBox="1"/>
            <p:nvPr/>
          </p:nvSpPr>
          <p:spPr>
            <a:xfrm>
              <a:off x="10886522" y="3986614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5" name="LineLegend3" hidden="1">
              <a:extLst>
                <a:ext uri="{FF2B5EF4-FFF2-40B4-BE49-F238E27FC236}">
                  <a16:creationId xmlns:a16="http://schemas.microsoft.com/office/drawing/2014/main" id="{2BAA45CD-53C4-4E15-933B-E5F5FB8D0E6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 dirty="0">
                <a:latin typeface="+mn-lt"/>
                <a:ea typeface="+mn-ea"/>
              </a:endParaRPr>
            </a:p>
          </p:txBody>
        </p:sp>
        <p:sp>
          <p:nvSpPr>
            <p:cNvPr id="186" name="LineLegend2" hidden="1">
              <a:extLst>
                <a:ext uri="{FF2B5EF4-FFF2-40B4-BE49-F238E27FC236}">
                  <a16:creationId xmlns:a16="http://schemas.microsoft.com/office/drawing/2014/main" id="{1F7E1559-A1CC-41FB-B4C5-3FD5C256A3DD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 dirty="0">
                <a:latin typeface="+mn-lt"/>
                <a:ea typeface="+mn-ea"/>
              </a:endParaRPr>
            </a:p>
          </p:txBody>
        </p:sp>
        <p:sp>
          <p:nvSpPr>
            <p:cNvPr id="187" name="LineLegend1" hidden="1">
              <a:extLst>
                <a:ext uri="{FF2B5EF4-FFF2-40B4-BE49-F238E27FC236}">
                  <a16:creationId xmlns:a16="http://schemas.microsoft.com/office/drawing/2014/main" id="{65955D33-49AA-4CA7-97A4-3FE851B1327A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 dirty="0">
                <a:latin typeface="+mn-lt"/>
                <a:ea typeface="+mn-ea"/>
              </a:endParaRPr>
            </a:p>
          </p:txBody>
        </p:sp>
      </p:grpSp>
      <p:grpSp>
        <p:nvGrpSpPr>
          <p:cNvPr id="188" name="LegendMoons" hidden="1">
            <a:extLst>
              <a:ext uri="{FF2B5EF4-FFF2-40B4-BE49-F238E27FC236}">
                <a16:creationId xmlns:a16="http://schemas.microsoft.com/office/drawing/2014/main" id="{D42B2F02-A6E2-4536-9A07-F80412D0E28E}"/>
              </a:ext>
            </a:extLst>
          </p:cNvPr>
          <p:cNvGrpSpPr/>
          <p:nvPr/>
        </p:nvGrpSpPr>
        <p:grpSpPr>
          <a:xfrm>
            <a:off x="10887095" y="1145373"/>
            <a:ext cx="753383" cy="1731859"/>
            <a:chOff x="7716535" y="2630582"/>
            <a:chExt cx="753383" cy="1731859"/>
          </a:xfrm>
        </p:grpSpPr>
        <p:sp>
          <p:nvSpPr>
            <p:cNvPr id="189" name="Legend1" hidden="1">
              <a:extLst>
                <a:ext uri="{FF2B5EF4-FFF2-40B4-BE49-F238E27FC236}">
                  <a16:creationId xmlns:a16="http://schemas.microsoft.com/office/drawing/2014/main" id="{7E12CFA4-8A10-447E-9AA3-59E7E247AFF6}"/>
                </a:ext>
              </a:extLst>
            </p:cNvPr>
            <p:cNvSpPr txBox="1"/>
            <p:nvPr/>
          </p:nvSpPr>
          <p:spPr>
            <a:xfrm>
              <a:off x="8069167" y="2637941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0" name="Legend2" hidden="1">
              <a:extLst>
                <a:ext uri="{FF2B5EF4-FFF2-40B4-BE49-F238E27FC236}">
                  <a16:creationId xmlns:a16="http://schemas.microsoft.com/office/drawing/2014/main" id="{CE09017B-6FAE-42F9-949B-E9BB86DA0025}"/>
                </a:ext>
              </a:extLst>
            </p:cNvPr>
            <p:cNvSpPr txBox="1"/>
            <p:nvPr/>
          </p:nvSpPr>
          <p:spPr>
            <a:xfrm>
              <a:off x="8069167" y="3013400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1" name="Legend3" hidden="1">
              <a:extLst>
                <a:ext uri="{FF2B5EF4-FFF2-40B4-BE49-F238E27FC236}">
                  <a16:creationId xmlns:a16="http://schemas.microsoft.com/office/drawing/2014/main" id="{B88564B4-5819-4BC8-BEA8-D2937A2D935A}"/>
                </a:ext>
              </a:extLst>
            </p:cNvPr>
            <p:cNvSpPr txBox="1"/>
            <p:nvPr/>
          </p:nvSpPr>
          <p:spPr>
            <a:xfrm>
              <a:off x="8069167" y="3388859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2" name="Legend4" hidden="1">
              <a:extLst>
                <a:ext uri="{FF2B5EF4-FFF2-40B4-BE49-F238E27FC236}">
                  <a16:creationId xmlns:a16="http://schemas.microsoft.com/office/drawing/2014/main" id="{4CD3154C-F5B8-49E2-9BCD-868D3115F7A5}"/>
                </a:ext>
              </a:extLst>
            </p:cNvPr>
            <p:cNvSpPr txBox="1"/>
            <p:nvPr/>
          </p:nvSpPr>
          <p:spPr>
            <a:xfrm>
              <a:off x="8069167" y="3764318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3" name="Legend5" hidden="1">
              <a:extLst>
                <a:ext uri="{FF2B5EF4-FFF2-40B4-BE49-F238E27FC236}">
                  <a16:creationId xmlns:a16="http://schemas.microsoft.com/office/drawing/2014/main" id="{7D63A3CF-060D-4021-A2C7-AF794F726675}"/>
                </a:ext>
              </a:extLst>
            </p:cNvPr>
            <p:cNvSpPr txBox="1"/>
            <p:nvPr/>
          </p:nvSpPr>
          <p:spPr>
            <a:xfrm>
              <a:off x="8069167" y="4139779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94" name="MoonLegend1" hidden="1">
              <a:extLst>
                <a:ext uri="{FF2B5EF4-FFF2-40B4-BE49-F238E27FC236}">
                  <a16:creationId xmlns:a16="http://schemas.microsoft.com/office/drawing/2014/main" id="{E11810BD-8E57-4A9D-B51E-3166817DD3A8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16535" y="2630582"/>
              <a:ext cx="228600" cy="228600"/>
              <a:chOff x="762000" y="1270000"/>
              <a:chExt cx="254000" cy="254000"/>
            </a:xfrm>
          </p:grpSpPr>
          <p:sp>
            <p:nvSpPr>
              <p:cNvPr id="225" name="Oval 224" hidden="1">
                <a:extLst>
                  <a:ext uri="{FF2B5EF4-FFF2-40B4-BE49-F238E27FC236}">
                    <a16:creationId xmlns:a16="http://schemas.microsoft.com/office/drawing/2014/main" id="{F27DB17F-3C5B-4147-8EF1-BE4263551077}"/>
                  </a:ext>
                </a:extLst>
              </p:cNvPr>
              <p:cNvSpPr/>
              <p:nvPr>
                <p:custDataLst>
                  <p:tags r:id="rId4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6" name="Arc 225" hidden="1">
                <a:extLst>
                  <a:ext uri="{FF2B5EF4-FFF2-40B4-BE49-F238E27FC236}">
                    <a16:creationId xmlns:a16="http://schemas.microsoft.com/office/drawing/2014/main" id="{A25FAAFC-B046-424B-A5CE-9B61E8756432}"/>
                  </a:ext>
                </a:extLst>
              </p:cNvPr>
              <p:cNvSpPr/>
              <p:nvPr>
                <p:custDataLst>
                  <p:tags r:id="rId4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  <p:grpSp>
          <p:nvGrpSpPr>
            <p:cNvPr id="195" name="MoonLegend2" hidden="1">
              <a:extLst>
                <a:ext uri="{FF2B5EF4-FFF2-40B4-BE49-F238E27FC236}">
                  <a16:creationId xmlns:a16="http://schemas.microsoft.com/office/drawing/2014/main" id="{1E8F3AB2-DB8B-4DEB-AFA3-453AF786BA9C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16535" y="3006395"/>
              <a:ext cx="228600" cy="228600"/>
              <a:chOff x="762000" y="1270000"/>
              <a:chExt cx="254000" cy="254000"/>
            </a:xfrm>
          </p:grpSpPr>
          <p:sp>
            <p:nvSpPr>
              <p:cNvPr id="205" name="Oval 204" hidden="1">
                <a:extLst>
                  <a:ext uri="{FF2B5EF4-FFF2-40B4-BE49-F238E27FC236}">
                    <a16:creationId xmlns:a16="http://schemas.microsoft.com/office/drawing/2014/main" id="{63D084DE-9133-4FF9-B9C2-4CBD0F425C43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6" name="Arc 205" hidden="1">
                <a:extLst>
                  <a:ext uri="{FF2B5EF4-FFF2-40B4-BE49-F238E27FC236}">
                    <a16:creationId xmlns:a16="http://schemas.microsoft.com/office/drawing/2014/main" id="{FF742FFE-5621-4216-8F98-93E370BEB510}"/>
                  </a:ext>
                </a:extLst>
              </p:cNvPr>
              <p:cNvSpPr/>
              <p:nvPr>
                <p:custDataLst>
                  <p:tags r:id="rId4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  <p:grpSp>
          <p:nvGrpSpPr>
            <p:cNvPr id="196" name="MoonLegend3" hidden="1">
              <a:extLst>
                <a:ext uri="{FF2B5EF4-FFF2-40B4-BE49-F238E27FC236}">
                  <a16:creationId xmlns:a16="http://schemas.microsoft.com/office/drawing/2014/main" id="{D7048C89-ACE6-4666-AA5F-C28B1663C840}"/>
                </a:ext>
              </a:extLst>
            </p:cNvPr>
            <p:cNvGrpSpPr>
              <a:grpSpLocks noChangeAspect="1"/>
            </p:cNvGrpSpPr>
            <p:nvPr>
              <p:custDataLst>
                <p:tags r:id="rId30"/>
              </p:custDataLst>
            </p:nvPr>
          </p:nvGrpSpPr>
          <p:grpSpPr>
            <a:xfrm>
              <a:off x="7716535" y="3382210"/>
              <a:ext cx="228600" cy="228600"/>
              <a:chOff x="762000" y="1270000"/>
              <a:chExt cx="254000" cy="254000"/>
            </a:xfrm>
          </p:grpSpPr>
          <p:sp>
            <p:nvSpPr>
              <p:cNvPr id="203" name="Oval 202" hidden="1">
                <a:extLst>
                  <a:ext uri="{FF2B5EF4-FFF2-40B4-BE49-F238E27FC236}">
                    <a16:creationId xmlns:a16="http://schemas.microsoft.com/office/drawing/2014/main" id="{0DA1FD7B-7C76-4969-8DF7-EB2A191B6452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4" name="Arc 203" hidden="1">
                <a:extLst>
                  <a:ext uri="{FF2B5EF4-FFF2-40B4-BE49-F238E27FC236}">
                    <a16:creationId xmlns:a16="http://schemas.microsoft.com/office/drawing/2014/main" id="{AF9AB746-60CC-4048-B5E4-F9F3AC01988F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  <p:grpSp>
          <p:nvGrpSpPr>
            <p:cNvPr id="197" name="MoonLegend4" hidden="1">
              <a:extLst>
                <a:ext uri="{FF2B5EF4-FFF2-40B4-BE49-F238E27FC236}">
                  <a16:creationId xmlns:a16="http://schemas.microsoft.com/office/drawing/2014/main" id="{CD282E9D-7221-4090-BD2A-3AB315A55CD1}"/>
                </a:ext>
              </a:extLst>
            </p:cNvPr>
            <p:cNvGrpSpPr>
              <a:grpSpLocks noChangeAspect="1"/>
            </p:cNvGrpSpPr>
            <p:nvPr>
              <p:custDataLst>
                <p:tags r:id="rId31"/>
              </p:custDataLst>
            </p:nvPr>
          </p:nvGrpSpPr>
          <p:grpSpPr>
            <a:xfrm>
              <a:off x="7716535" y="3758025"/>
              <a:ext cx="228600" cy="228600"/>
              <a:chOff x="762000" y="1270000"/>
              <a:chExt cx="254000" cy="254000"/>
            </a:xfrm>
          </p:grpSpPr>
          <p:sp>
            <p:nvSpPr>
              <p:cNvPr id="201" name="Oval 200" hidden="1">
                <a:extLst>
                  <a:ext uri="{FF2B5EF4-FFF2-40B4-BE49-F238E27FC236}">
                    <a16:creationId xmlns:a16="http://schemas.microsoft.com/office/drawing/2014/main" id="{DED3DCCB-8848-4DF3-965C-AA41BB436266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2" name="Arc 201" hidden="1">
                <a:extLst>
                  <a:ext uri="{FF2B5EF4-FFF2-40B4-BE49-F238E27FC236}">
                    <a16:creationId xmlns:a16="http://schemas.microsoft.com/office/drawing/2014/main" id="{121968EC-AA3F-475D-9C5C-4B18820E5E9D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  <p:grpSp>
          <p:nvGrpSpPr>
            <p:cNvPr id="198" name="MoonLegend5" hidden="1">
              <a:extLst>
                <a:ext uri="{FF2B5EF4-FFF2-40B4-BE49-F238E27FC236}">
                  <a16:creationId xmlns:a16="http://schemas.microsoft.com/office/drawing/2014/main" id="{B14970A9-786B-4494-9E60-1D007D3673B8}"/>
                </a:ext>
              </a:extLst>
            </p:cNvPr>
            <p:cNvGrpSpPr>
              <a:grpSpLocks noChangeAspect="1"/>
            </p:cNvGrpSpPr>
            <p:nvPr>
              <p:custDataLst>
                <p:tags r:id="rId32"/>
              </p:custDataLst>
            </p:nvPr>
          </p:nvGrpSpPr>
          <p:grpSpPr>
            <a:xfrm>
              <a:off x="7716535" y="4133841"/>
              <a:ext cx="228600" cy="228600"/>
              <a:chOff x="762000" y="1270000"/>
              <a:chExt cx="254000" cy="254000"/>
            </a:xfrm>
          </p:grpSpPr>
          <p:sp>
            <p:nvSpPr>
              <p:cNvPr id="199" name="Oval 198" hidden="1">
                <a:extLst>
                  <a:ext uri="{FF2B5EF4-FFF2-40B4-BE49-F238E27FC236}">
                    <a16:creationId xmlns:a16="http://schemas.microsoft.com/office/drawing/2014/main" id="{66186B62-A24C-42E5-BE3A-41172D4699F2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0" name="Arc 199" hidden="1">
                <a:extLst>
                  <a:ext uri="{FF2B5EF4-FFF2-40B4-BE49-F238E27FC236}">
                    <a16:creationId xmlns:a16="http://schemas.microsoft.com/office/drawing/2014/main" id="{AC13EB91-EDA5-4A90-A587-564B5FCB2CF2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</p:grpSp>
      <p:sp>
        <p:nvSpPr>
          <p:cNvPr id="147" name="TextBox 5"/>
          <p:cNvSpPr txBox="1">
            <a:spLocks noChangeArrowheads="1"/>
          </p:cNvSpPr>
          <p:nvPr/>
        </p:nvSpPr>
        <p:spPr bwMode="gray">
          <a:xfrm>
            <a:off x="20942" y="6336156"/>
            <a:ext cx="2779232" cy="503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</p:spTree>
    <p:extLst>
      <p:ext uri="{BB962C8B-B14F-4D97-AF65-F5344CB8AC3E}">
        <p14:creationId xmlns:p14="http://schemas.microsoft.com/office/powerpoint/2010/main" val="856242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60" r:id="rId1"/>
    <p:sldLayoutId id="2147484761" r:id="rId2"/>
    <p:sldLayoutId id="2147484762" r:id="rId3"/>
    <p:sldLayoutId id="2147484763" r:id="rId4"/>
    <p:sldLayoutId id="2147484764" r:id="rId5"/>
    <p:sldLayoutId id="2147484765" r:id="rId6"/>
    <p:sldLayoutId id="2147484766" r:id="rId7"/>
    <p:sldLayoutId id="2147484767" r:id="rId8"/>
    <p:sldLayoutId id="2147484768" r:id="rId9"/>
    <p:sldLayoutId id="2147484769" r:id="rId10"/>
    <p:sldLayoutId id="2147484770" r:id="rId11"/>
    <p:sldLayoutId id="2147484771" r:id="rId12"/>
    <p:sldLayoutId id="2147484772" r:id="rId13"/>
    <p:sldLayoutId id="2147484773" r:id="rId14"/>
    <p:sldLayoutId id="2147484812" r:id="rId15"/>
    <p:sldLayoutId id="2147484816" r:id="rId16"/>
    <p:sldLayoutId id="2147484818" r:id="rId17"/>
    <p:sldLayoutId id="2147484819" r:id="rId18"/>
    <p:sldLayoutId id="2147485035" r:id="rId19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438912" indent="-210312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594360" indent="-15544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813816" indent="-146304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13856080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2" name="think-cell Slide" r:id="rId40" imgW="413" imgH="416" progId="TCLayout.ActiveDocument.1">
                  <p:embed/>
                </p:oleObj>
              </mc:Choice>
              <mc:Fallback>
                <p:oleObj name="think-cell Slide" r:id="rId4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2" name="Grid" hidden="1">
            <a:extLst>
              <a:ext uri="{FF2B5EF4-FFF2-40B4-BE49-F238E27FC236}">
                <a16:creationId xmlns:a16="http://schemas.microsoft.com/office/drawing/2014/main" id="{30ADCA1D-513E-45C2-A477-0F2B2A6D26D9}"/>
              </a:ext>
            </a:extLst>
          </p:cNvPr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73" name="slide margin">
              <a:extLst>
                <a:ext uri="{FF2B5EF4-FFF2-40B4-BE49-F238E27FC236}">
                  <a16:creationId xmlns:a16="http://schemas.microsoft.com/office/drawing/2014/main" id="{B277D012-8DCE-47B8-BA0F-64F1A8BB370C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FAA56D81-518E-4739-A35B-96F87FE5DA8B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304E8D4C-AA42-4C8A-AB20-5962EDE1F64D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19AE66D7-5816-4861-B9A3-FD5739F87C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1B3218EE-3D8B-4E90-B2AA-8609D9E54D9A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D6C49F5C-653A-4C1F-B03C-E5F07DD95B9E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C460315-12E3-4061-BD48-D3744841A2E6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5F4FE7E9-720B-4A28-84C1-33632C63B498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E51FF2D2-D879-4687-8E1F-E47870F06468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46A64DC9-AD4C-4B8A-A7F1-EF53AC3EAD95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8975698-9CD9-4ED1-AB8E-74C7A68F0ECC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AA088EFF-FA68-4269-BAB6-8917646940AC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86761B1A-6E5D-4162-8F5D-CAA5DC59096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A282F95C-2301-4262-9F3F-554D7777C91B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21AB36DA-50EC-4D7A-8D63-D5148F834CEB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93FAD336-0723-469F-9271-D67BB7B7ACA7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BDB87C38-0A6F-42BE-ABC0-4C5621D83EBB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E50C2751-20C4-461F-A76D-99488C9DA8EF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C2E55A1-619C-4A2A-87F2-34AF7C6C6761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14DAD7CA-9BBE-44BE-9F53-E835D467A81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940F3462-C6DB-4457-9324-5489DB3D6251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9CAE2145-D4A7-494C-838C-8A6D6E67746C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DF23E90-7C62-480B-A94D-0AE4CDC41EC6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800EB4B8-B358-4208-860C-59801DDFF15F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155F2449-3122-4710-9A40-A84D52DEEC1A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3062E49-12E4-485A-AC4F-1C1E692758C1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B739DE75-1899-4473-AA0C-C5F594ABF19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07F9A2D8-BA37-441C-A0F6-93E01FA8E3D3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C81B925-8DB6-4E87-BAAD-9311611A4D50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3E957A71-400B-42BE-BD1A-F271DE15566F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8E510C7A-6149-4539-9EE8-9DF64A4045DF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87DACDDE-2CD7-41F9-B722-807CF259FD90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1D9C4D6A-4DD5-445A-9235-CA2DAAB678E7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C01193E2-C7CA-418F-839B-C9FD475A96CE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6B9B7D8D-ED7D-40D5-869E-8A874C57A7A0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42620C7F-001F-4B7E-9B57-D0172503A31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0A00FF9-41C7-4B9F-8FAB-00A06DE8DFBF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72ED85F1-BE3C-4604-84E8-CAB374F44FD6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1F326BA2-17BC-4484-A9E6-2FDE054E379C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D776ABF6-C725-413A-83A8-1807FC1B6D17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0204CB7C-CCF7-4815-96F1-BF3495573BF1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E52E489D-C871-4E6A-B5C7-00A03DE4CAAA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0DA75146-4BE1-4090-BF00-04D73FB1DC93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B698F785-10CE-4FE9-8597-9510ED2824D5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CAC77933-E2CE-4D5B-9B43-FF7415C5CD41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2B4956E3-C648-4436-9655-AB81740529D3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058664C2-D61D-4279-847F-95AA6F4E423D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A86A0D87-0D66-4670-B724-1030A51F7EC5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06FC9A5E-393C-460D-9EB7-D937FA8A8964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151D977C-4649-4E41-A40B-4705AC5C8803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C7E0D546-5D74-47B5-B22E-C7C7596631D3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5A4B7366-70BF-4F1B-90B1-3C65D60DB04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CC8D133E-C6D6-4F37-BCE4-CDD7ABF3546F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B480323C-142A-473A-9271-38483B751365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7DD1F263-40A2-4E15-B1AC-8A2CFA7F06E4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DCCC95EB-5F73-4BE0-8638-E77B431DD714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9C3F9D21-64C2-49EB-9265-4C5BCBA99CA6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008236AF-5D62-4AB3-A095-3699C216D6D6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5125AD70-1C5E-4422-972C-2F82DA7C8749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6E1614AE-BC00-4175-A986-9C5F68FABB43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53CF7B5B-C53A-4FB1-8006-3197512FAE23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FA5737EB-83E2-4DEF-9D44-258B67B5677A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B1C333D8-AB8F-4BFB-973E-150D3500C561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0196EBA2-7928-4275-8255-0DA75638A263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0EABC371-26C7-4184-81B6-0E18CCB6009E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46F1D710-4507-4111-BED1-9D597B1080F3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C33E44D2-9214-47E1-BFD0-225594C5B1FB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4E2F6694-7F9A-45DD-B98C-0F6427D654E1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1FE81424-ECED-44AC-AA2E-E2AA42686DDB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00243E56-2770-4B56-A979-86AED5F6B783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C8901AEA-3185-4BC8-9802-C5A61D618A79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5C7526EB-CBB0-4576-9A0A-1EF4948A4E22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EDBAC746-C3D6-414F-9A9D-8481F64324CE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366EE29E-4085-413A-89D0-A3B88E9FD860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A4344C86-AF4A-4EAC-A3CE-B52F7902850E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1DD723C0-5FE5-48B6-A548-B2AE219991FC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225D2BE4-12D6-4086-992E-99EB193B1B49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AABAAD86-7874-44A5-85DA-A5D9B15AF9BE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8B4EE76A-365A-4BB9-80DD-C0F076B5DBB4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CE527884-2787-46FB-8556-64A737B66B40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C0CC326D-FED0-4FC0-81DA-336E158C48B1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9BDF227A-1FA5-4796-9DE1-1E393FB92CB2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5" name="main body box">
              <a:extLst>
                <a:ext uri="{FF2B5EF4-FFF2-40B4-BE49-F238E27FC236}">
                  <a16:creationId xmlns:a16="http://schemas.microsoft.com/office/drawing/2014/main" id="{13069DE8-C8FC-4635-8EE6-CF1E09EBED42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352543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pPr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9BE9D599-54EB-4E15-A8FA-1A77EF14DDD2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95B8AE71-1426-47DF-B73B-39B51B5B04E9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5B28737-798E-48D4-BBDB-8EB35CB9FFFB}"/>
              </a:ext>
            </a:extLst>
          </p:cNvPr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22"/>
            </p:custDataLst>
          </p:nvPr>
        </p:nvSpPr>
        <p:spPr>
          <a:xfrm>
            <a:off x="553972" y="6085996"/>
            <a:ext cx="727862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>
          <a:xfrm>
            <a:off x="554736" y="1248304"/>
            <a:ext cx="291747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/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5987738" y="2170800"/>
            <a:ext cx="3049253" cy="53860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Above Chart Exhibit Title</a:t>
            </a:r>
          </a:p>
          <a:p>
            <a:pPr lvl="0"/>
            <a:r>
              <a:rPr lang="en-US" sz="1400" b="0" dirty="0"/>
              <a:t>Unit of Measure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H="1">
            <a:off x="554736" y="2170800"/>
            <a:ext cx="2457247" cy="13849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C0F0E603-83F3-40B5-8A47-8D7930349FE8}"/>
              </a:ext>
            </a:extLst>
          </p:cNvPr>
          <p:cNvCxnSpPr>
            <a:cxnSpLocks/>
          </p:cNvCxnSpPr>
          <p:nvPr userDrawn="1"/>
        </p:nvCxnSpPr>
        <p:spPr bwMode="ltGray">
          <a:xfrm>
            <a:off x="0" y="928950"/>
            <a:ext cx="5038492" cy="0"/>
          </a:xfrm>
          <a:prstGeom prst="line">
            <a:avLst/>
          </a:prstGeom>
          <a:ln w="19050" cap="flat">
            <a:solidFill>
              <a:srgbClr val="C5A46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5">
            <a:extLst>
              <a:ext uri="{FF2B5EF4-FFF2-40B4-BE49-F238E27FC236}">
                <a16:creationId xmlns:a16="http://schemas.microsoft.com/office/drawing/2014/main" id="{A413B959-E94A-4701-9F3E-4141808402BC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549973" y="6425891"/>
            <a:ext cx="2262283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 dirty="0">
                <a:solidFill>
                  <a:srgbClr val="DFBC7D"/>
                </a:solidFill>
                <a:latin typeface="+mn-lt"/>
                <a:cs typeface="Arial"/>
              </a:rPr>
              <a:t>شركة سوق الكربون الطوعي الاقليمية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 dirty="0">
                <a:solidFill>
                  <a:srgbClr val="DFBC7D"/>
                </a:solidFill>
                <a:latin typeface="+mn-lt"/>
                <a:cs typeface="Arial"/>
              </a:rPr>
              <a:t>Regional Voluntary Carbon Market Company </a:t>
            </a:r>
          </a:p>
        </p:txBody>
      </p:sp>
      <p:grpSp>
        <p:nvGrpSpPr>
          <p:cNvPr id="149" name="LegendLines" hidden="1">
            <a:extLst>
              <a:ext uri="{FF2B5EF4-FFF2-40B4-BE49-F238E27FC236}">
                <a16:creationId xmlns:a16="http://schemas.microsoft.com/office/drawing/2014/main" id="{6F712EEA-B79E-48A6-B56A-353D64424697}"/>
              </a:ext>
            </a:extLst>
          </p:cNvPr>
          <p:cNvGrpSpPr/>
          <p:nvPr userDrawn="1"/>
        </p:nvGrpSpPr>
        <p:grpSpPr>
          <a:xfrm>
            <a:off x="10512870" y="3150223"/>
            <a:ext cx="1124394" cy="958286"/>
            <a:chOff x="10162879" y="3243772"/>
            <a:chExt cx="1124394" cy="958286"/>
          </a:xfrm>
        </p:grpSpPr>
        <p:sp>
          <p:nvSpPr>
            <p:cNvPr id="151" name="Legend1" hidden="1">
              <a:extLst>
                <a:ext uri="{FF2B5EF4-FFF2-40B4-BE49-F238E27FC236}">
                  <a16:creationId xmlns:a16="http://schemas.microsoft.com/office/drawing/2014/main" id="{B53CE921-7FE4-4503-96E4-30A71F465373}"/>
                </a:ext>
              </a:extLst>
            </p:cNvPr>
            <p:cNvSpPr txBox="1"/>
            <p:nvPr/>
          </p:nvSpPr>
          <p:spPr>
            <a:xfrm>
              <a:off x="10886522" y="3243772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2" hidden="1">
              <a:extLst>
                <a:ext uri="{FF2B5EF4-FFF2-40B4-BE49-F238E27FC236}">
                  <a16:creationId xmlns:a16="http://schemas.microsoft.com/office/drawing/2014/main" id="{0CD98C72-2C6F-4A65-9D5B-A8E496070948}"/>
                </a:ext>
              </a:extLst>
            </p:cNvPr>
            <p:cNvSpPr txBox="1"/>
            <p:nvPr/>
          </p:nvSpPr>
          <p:spPr>
            <a:xfrm>
              <a:off x="10886522" y="3615193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3" hidden="1">
              <a:extLst>
                <a:ext uri="{FF2B5EF4-FFF2-40B4-BE49-F238E27FC236}">
                  <a16:creationId xmlns:a16="http://schemas.microsoft.com/office/drawing/2014/main" id="{CBD2193A-1D07-473D-8042-C6755B039EDF}"/>
                </a:ext>
              </a:extLst>
            </p:cNvPr>
            <p:cNvSpPr txBox="1"/>
            <p:nvPr/>
          </p:nvSpPr>
          <p:spPr>
            <a:xfrm>
              <a:off x="10886522" y="3986614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4" name="LineLegend3" hidden="1">
              <a:extLst>
                <a:ext uri="{FF2B5EF4-FFF2-40B4-BE49-F238E27FC236}">
                  <a16:creationId xmlns:a16="http://schemas.microsoft.com/office/drawing/2014/main" id="{E895343E-95B9-4E6D-B6C8-E421EA09232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 dirty="0">
                <a:ea typeface="+mn-ea"/>
              </a:endParaRPr>
            </a:p>
          </p:txBody>
        </p:sp>
        <p:sp>
          <p:nvSpPr>
            <p:cNvPr id="155" name="LineLegend2" hidden="1">
              <a:extLst>
                <a:ext uri="{FF2B5EF4-FFF2-40B4-BE49-F238E27FC236}">
                  <a16:creationId xmlns:a16="http://schemas.microsoft.com/office/drawing/2014/main" id="{190DF83C-7FF9-44F1-A3E6-5CF57BB90DDC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 dirty="0">
                <a:ea typeface="+mn-ea"/>
              </a:endParaRPr>
            </a:p>
          </p:txBody>
        </p:sp>
        <p:sp>
          <p:nvSpPr>
            <p:cNvPr id="156" name="LineLegend1" hidden="1">
              <a:extLst>
                <a:ext uri="{FF2B5EF4-FFF2-40B4-BE49-F238E27FC236}">
                  <a16:creationId xmlns:a16="http://schemas.microsoft.com/office/drawing/2014/main" id="{F5DC3C10-B56C-4318-9FF0-65CB112AE2A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 dirty="0">
                <a:ea typeface="+mn-ea"/>
              </a:endParaRPr>
            </a:p>
          </p:txBody>
        </p:sp>
      </p:grpSp>
      <p:grpSp>
        <p:nvGrpSpPr>
          <p:cNvPr id="157" name="LegendMoons" hidden="1">
            <a:extLst>
              <a:ext uri="{FF2B5EF4-FFF2-40B4-BE49-F238E27FC236}">
                <a16:creationId xmlns:a16="http://schemas.microsoft.com/office/drawing/2014/main" id="{0FC06A21-ACB4-49C5-B9EA-6FF30BFEF913}"/>
              </a:ext>
            </a:extLst>
          </p:cNvPr>
          <p:cNvGrpSpPr/>
          <p:nvPr userDrawn="1"/>
        </p:nvGrpSpPr>
        <p:grpSpPr>
          <a:xfrm>
            <a:off x="10883881" y="1145373"/>
            <a:ext cx="753383" cy="1731859"/>
            <a:chOff x="7723680" y="1702457"/>
            <a:chExt cx="753383" cy="1731859"/>
          </a:xfrm>
        </p:grpSpPr>
        <p:sp>
          <p:nvSpPr>
            <p:cNvPr id="158" name="Legend1" hidden="1">
              <a:extLst>
                <a:ext uri="{FF2B5EF4-FFF2-40B4-BE49-F238E27FC236}">
                  <a16:creationId xmlns:a16="http://schemas.microsoft.com/office/drawing/2014/main" id="{0A5DF026-27D0-45DB-8FF8-32BD7D5FF7E6}"/>
                </a:ext>
              </a:extLst>
            </p:cNvPr>
            <p:cNvSpPr txBox="1"/>
            <p:nvPr/>
          </p:nvSpPr>
          <p:spPr>
            <a:xfrm>
              <a:off x="8076312" y="1709816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9" name="Legend2" hidden="1">
              <a:extLst>
                <a:ext uri="{FF2B5EF4-FFF2-40B4-BE49-F238E27FC236}">
                  <a16:creationId xmlns:a16="http://schemas.microsoft.com/office/drawing/2014/main" id="{5E3F86A2-8D13-4F1A-ADF9-A181622EC18B}"/>
                </a:ext>
              </a:extLst>
            </p:cNvPr>
            <p:cNvSpPr txBox="1"/>
            <p:nvPr/>
          </p:nvSpPr>
          <p:spPr>
            <a:xfrm>
              <a:off x="8076312" y="2085275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60" name="Legend3" hidden="1">
              <a:extLst>
                <a:ext uri="{FF2B5EF4-FFF2-40B4-BE49-F238E27FC236}">
                  <a16:creationId xmlns:a16="http://schemas.microsoft.com/office/drawing/2014/main" id="{38FB2B44-F42C-424A-A4C6-D79AA7C76E4F}"/>
                </a:ext>
              </a:extLst>
            </p:cNvPr>
            <p:cNvSpPr txBox="1"/>
            <p:nvPr/>
          </p:nvSpPr>
          <p:spPr>
            <a:xfrm>
              <a:off x="8076312" y="2460734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61" name="Legend4" hidden="1">
              <a:extLst>
                <a:ext uri="{FF2B5EF4-FFF2-40B4-BE49-F238E27FC236}">
                  <a16:creationId xmlns:a16="http://schemas.microsoft.com/office/drawing/2014/main" id="{017CC877-927B-44CE-B9F6-49E8C1C17A8D}"/>
                </a:ext>
              </a:extLst>
            </p:cNvPr>
            <p:cNvSpPr txBox="1"/>
            <p:nvPr/>
          </p:nvSpPr>
          <p:spPr>
            <a:xfrm>
              <a:off x="8076312" y="2836193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62" name="Legend5" hidden="1">
              <a:extLst>
                <a:ext uri="{FF2B5EF4-FFF2-40B4-BE49-F238E27FC236}">
                  <a16:creationId xmlns:a16="http://schemas.microsoft.com/office/drawing/2014/main" id="{1FFFC9CD-9CFF-4F9F-B6FB-41BDB9002379}"/>
                </a:ext>
              </a:extLst>
            </p:cNvPr>
            <p:cNvSpPr txBox="1"/>
            <p:nvPr/>
          </p:nvSpPr>
          <p:spPr>
            <a:xfrm>
              <a:off x="8076312" y="3211654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63" name="MoonLegend1" hidden="1">
              <a:extLst>
                <a:ext uri="{FF2B5EF4-FFF2-40B4-BE49-F238E27FC236}">
                  <a16:creationId xmlns:a16="http://schemas.microsoft.com/office/drawing/2014/main" id="{0EFEAA18-9CCF-4B48-BA32-D9D7B4E28E2F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87" name="Oval 186" hidden="1">
                <a:extLst>
                  <a:ext uri="{FF2B5EF4-FFF2-40B4-BE49-F238E27FC236}">
                    <a16:creationId xmlns:a16="http://schemas.microsoft.com/office/drawing/2014/main" id="{493A7591-4CA2-48D7-8ED2-AB1890560EF0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8" name="Arc 187" hidden="1">
                <a:extLst>
                  <a:ext uri="{FF2B5EF4-FFF2-40B4-BE49-F238E27FC236}">
                    <a16:creationId xmlns:a16="http://schemas.microsoft.com/office/drawing/2014/main" id="{6EC0600E-F93E-4D15-A053-663DFD008075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  <p:grpSp>
          <p:nvGrpSpPr>
            <p:cNvPr id="164" name="MoonLegend2" hidden="1">
              <a:extLst>
                <a:ext uri="{FF2B5EF4-FFF2-40B4-BE49-F238E27FC236}">
                  <a16:creationId xmlns:a16="http://schemas.microsoft.com/office/drawing/2014/main" id="{8AA41C0D-B628-4BC7-B86F-12CE8055A950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84" name="Oval 183" hidden="1">
                <a:extLst>
                  <a:ext uri="{FF2B5EF4-FFF2-40B4-BE49-F238E27FC236}">
                    <a16:creationId xmlns:a16="http://schemas.microsoft.com/office/drawing/2014/main" id="{C72E1447-9130-4E20-BBB1-57C09FC07AD9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5" name="Arc 184" hidden="1">
                <a:extLst>
                  <a:ext uri="{FF2B5EF4-FFF2-40B4-BE49-F238E27FC236}">
                    <a16:creationId xmlns:a16="http://schemas.microsoft.com/office/drawing/2014/main" id="{777B3E41-9D8D-4527-AC76-11A0FF29D3D1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  <p:grpSp>
          <p:nvGrpSpPr>
            <p:cNvPr id="165" name="MoonLegend3" hidden="1">
              <a:extLst>
                <a:ext uri="{FF2B5EF4-FFF2-40B4-BE49-F238E27FC236}">
                  <a16:creationId xmlns:a16="http://schemas.microsoft.com/office/drawing/2014/main" id="{4EDE9BCC-88BD-4028-8FD7-346C1D999A22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82" name="Oval 181" hidden="1">
                <a:extLst>
                  <a:ext uri="{FF2B5EF4-FFF2-40B4-BE49-F238E27FC236}">
                    <a16:creationId xmlns:a16="http://schemas.microsoft.com/office/drawing/2014/main" id="{934B3BCF-164E-44B7-9F51-222F099A7262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3" name="Arc 182" hidden="1">
                <a:extLst>
                  <a:ext uri="{FF2B5EF4-FFF2-40B4-BE49-F238E27FC236}">
                    <a16:creationId xmlns:a16="http://schemas.microsoft.com/office/drawing/2014/main" id="{38BA8DD9-E065-458A-B126-181BADB54EA6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  <p:grpSp>
          <p:nvGrpSpPr>
            <p:cNvPr id="166" name="MoonLegend4" hidden="1">
              <a:extLst>
                <a:ext uri="{FF2B5EF4-FFF2-40B4-BE49-F238E27FC236}">
                  <a16:creationId xmlns:a16="http://schemas.microsoft.com/office/drawing/2014/main" id="{AA64D98A-A9BA-4C65-ABD4-36375A82AEE8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80" name="Oval 179" hidden="1">
                <a:extLst>
                  <a:ext uri="{FF2B5EF4-FFF2-40B4-BE49-F238E27FC236}">
                    <a16:creationId xmlns:a16="http://schemas.microsoft.com/office/drawing/2014/main" id="{C65F957D-BE73-4736-8BF2-C3A804C05FB9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1" name="Arc 180" hidden="1">
                <a:extLst>
                  <a:ext uri="{FF2B5EF4-FFF2-40B4-BE49-F238E27FC236}">
                    <a16:creationId xmlns:a16="http://schemas.microsoft.com/office/drawing/2014/main" id="{97E4DD71-EAF8-42A9-A69B-91919C431422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  <p:grpSp>
          <p:nvGrpSpPr>
            <p:cNvPr id="167" name="MoonLegend5" hidden="1">
              <a:extLst>
                <a:ext uri="{FF2B5EF4-FFF2-40B4-BE49-F238E27FC236}">
                  <a16:creationId xmlns:a16="http://schemas.microsoft.com/office/drawing/2014/main" id="{96003C5E-6DD2-411B-A53B-4791D4C223A4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68" name="Oval 167" hidden="1">
                <a:extLst>
                  <a:ext uri="{FF2B5EF4-FFF2-40B4-BE49-F238E27FC236}">
                    <a16:creationId xmlns:a16="http://schemas.microsoft.com/office/drawing/2014/main" id="{3531893C-1CDA-43CB-9453-AC88926A2611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9" name="Arc 178" hidden="1">
                <a:extLst>
                  <a:ext uri="{FF2B5EF4-FFF2-40B4-BE49-F238E27FC236}">
                    <a16:creationId xmlns:a16="http://schemas.microsoft.com/office/drawing/2014/main" id="{616E84F1-3D7F-4DA2-A07C-F4F72A7645D5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</p:grpSp>
      <p:grpSp>
        <p:nvGrpSpPr>
          <p:cNvPr id="189" name="LegendBoxes" hidden="1">
            <a:extLst>
              <a:ext uri="{FF2B5EF4-FFF2-40B4-BE49-F238E27FC236}">
                <a16:creationId xmlns:a16="http://schemas.microsoft.com/office/drawing/2014/main" id="{1E6E666C-55C9-496F-A9CE-4B5D25349EA3}"/>
              </a:ext>
            </a:extLst>
          </p:cNvPr>
          <p:cNvGrpSpPr/>
          <p:nvPr userDrawn="1"/>
        </p:nvGrpSpPr>
        <p:grpSpPr>
          <a:xfrm>
            <a:off x="10910367" y="4381500"/>
            <a:ext cx="726897" cy="1717282"/>
            <a:chOff x="10652400" y="4322824"/>
            <a:chExt cx="726897" cy="1717282"/>
          </a:xfrm>
        </p:grpSpPr>
        <p:sp>
          <p:nvSpPr>
            <p:cNvPr id="190" name="RectangleLegend1" hidden="1">
              <a:extLst>
                <a:ext uri="{FF2B5EF4-FFF2-40B4-BE49-F238E27FC236}">
                  <a16:creationId xmlns:a16="http://schemas.microsoft.com/office/drawing/2014/main" id="{5056FF54-3448-4B05-844E-FDBE0CB5AFED}"/>
                </a:ext>
              </a:extLst>
            </p:cNvPr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2" hidden="1">
              <a:extLst>
                <a:ext uri="{FF2B5EF4-FFF2-40B4-BE49-F238E27FC236}">
                  <a16:creationId xmlns:a16="http://schemas.microsoft.com/office/drawing/2014/main" id="{C28BD98B-B98F-46B6-A41F-0A6B16FFE8BE}"/>
                </a:ext>
              </a:extLst>
            </p:cNvPr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3" hidden="1">
              <a:extLst>
                <a:ext uri="{FF2B5EF4-FFF2-40B4-BE49-F238E27FC236}">
                  <a16:creationId xmlns:a16="http://schemas.microsoft.com/office/drawing/2014/main" id="{3B2147A8-76D7-4D32-9F0C-962FFC617EED}"/>
                </a:ext>
              </a:extLst>
            </p:cNvPr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RectangleLegend4" hidden="1">
              <a:extLst>
                <a:ext uri="{FF2B5EF4-FFF2-40B4-BE49-F238E27FC236}">
                  <a16:creationId xmlns:a16="http://schemas.microsoft.com/office/drawing/2014/main" id="{55C37874-B9E0-4D78-887B-FA7B40492D80}"/>
                </a:ext>
              </a:extLst>
            </p:cNvPr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4" name="RectangleLegend5" hidden="1">
              <a:extLst>
                <a:ext uri="{FF2B5EF4-FFF2-40B4-BE49-F238E27FC236}">
                  <a16:creationId xmlns:a16="http://schemas.microsoft.com/office/drawing/2014/main" id="{3A20EDA3-E65A-4151-97F5-89EFC7B24D9D}"/>
                </a:ext>
              </a:extLst>
            </p:cNvPr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5" name="Legend1" hidden="1">
              <a:extLst>
                <a:ext uri="{FF2B5EF4-FFF2-40B4-BE49-F238E27FC236}">
                  <a16:creationId xmlns:a16="http://schemas.microsoft.com/office/drawing/2014/main" id="{F4545DB8-E1DF-4C65-A0E9-9CA30B7B2FFE}"/>
                </a:ext>
              </a:extLst>
            </p:cNvPr>
            <p:cNvSpPr txBox="1"/>
            <p:nvPr/>
          </p:nvSpPr>
          <p:spPr>
            <a:xfrm>
              <a:off x="10978546" y="4322824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2" hidden="1">
              <a:extLst>
                <a:ext uri="{FF2B5EF4-FFF2-40B4-BE49-F238E27FC236}">
                  <a16:creationId xmlns:a16="http://schemas.microsoft.com/office/drawing/2014/main" id="{AC064BC0-2A87-4B2A-BBCA-98B2C8598E49}"/>
                </a:ext>
              </a:extLst>
            </p:cNvPr>
            <p:cNvSpPr txBox="1"/>
            <p:nvPr/>
          </p:nvSpPr>
          <p:spPr>
            <a:xfrm>
              <a:off x="10978546" y="4702322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3" hidden="1">
              <a:extLst>
                <a:ext uri="{FF2B5EF4-FFF2-40B4-BE49-F238E27FC236}">
                  <a16:creationId xmlns:a16="http://schemas.microsoft.com/office/drawing/2014/main" id="{8EF93C49-B958-4AF1-BB35-23C06E0FFC34}"/>
                </a:ext>
              </a:extLst>
            </p:cNvPr>
            <p:cNvSpPr txBox="1"/>
            <p:nvPr/>
          </p:nvSpPr>
          <p:spPr>
            <a:xfrm>
              <a:off x="10978546" y="5081820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227" name="Legend4" hidden="1">
              <a:extLst>
                <a:ext uri="{FF2B5EF4-FFF2-40B4-BE49-F238E27FC236}">
                  <a16:creationId xmlns:a16="http://schemas.microsoft.com/office/drawing/2014/main" id="{DBFBAEC7-096A-42FB-9F28-916A81B72C03}"/>
                </a:ext>
              </a:extLst>
            </p:cNvPr>
            <p:cNvSpPr txBox="1"/>
            <p:nvPr/>
          </p:nvSpPr>
          <p:spPr>
            <a:xfrm>
              <a:off x="10978546" y="5453241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228" name="Legend5" hidden="1">
              <a:extLst>
                <a:ext uri="{FF2B5EF4-FFF2-40B4-BE49-F238E27FC236}">
                  <a16:creationId xmlns:a16="http://schemas.microsoft.com/office/drawing/2014/main" id="{CC7066CF-47CC-49F2-A8B7-7B8937CAE2D1}"/>
                </a:ext>
              </a:extLst>
            </p:cNvPr>
            <p:cNvSpPr txBox="1"/>
            <p:nvPr/>
          </p:nvSpPr>
          <p:spPr>
            <a:xfrm>
              <a:off x="10978545" y="5824662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1559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42" r:id="rId1"/>
    <p:sldLayoutId id="2147484943" r:id="rId2"/>
    <p:sldLayoutId id="2147484944" r:id="rId3"/>
    <p:sldLayoutId id="2147484945" r:id="rId4"/>
    <p:sldLayoutId id="2147484946" r:id="rId5"/>
    <p:sldLayoutId id="2147484947" r:id="rId6"/>
    <p:sldLayoutId id="2147484948" r:id="rId7"/>
    <p:sldLayoutId id="2147484949" r:id="rId8"/>
    <p:sldLayoutId id="2147484950" r:id="rId9"/>
    <p:sldLayoutId id="2147484951" r:id="rId10"/>
    <p:sldLayoutId id="2147484952" r:id="rId11"/>
    <p:sldLayoutId id="2147484953" r:id="rId12"/>
    <p:sldLayoutId id="2147484954" r:id="rId13"/>
    <p:sldLayoutId id="2147484955" r:id="rId14"/>
    <p:sldLayoutId id="2147484956" r:id="rId15"/>
    <p:sldLayoutId id="2147484957" r:id="rId16"/>
    <p:sldLayoutId id="2147484958" r:id="rId1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rgbClr val="007A3C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30396" indent="-226796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rgbClr val="007A3C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42793" indent="-215997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rgbClr val="007A3C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7590" indent="-1511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rgbClr val="007A3C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817187" indent="-1475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rgbClr val="007A3C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816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42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29433289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6" name="think-cell Slide" r:id="rId37" imgW="413" imgH="416" progId="TCLayout.ActiveDocument.1">
                  <p:embed/>
                </p:oleObj>
              </mc:Choice>
              <mc:Fallback>
                <p:oleObj name="think-cell Slide" r:id="rId37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5B28737-798E-48D4-BBDB-8EB35CB9FFFB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0" i="0" baseline="0" dirty="0">
              <a:solidFill>
                <a:schemeClr val="bg1"/>
              </a:solidFill>
              <a:latin typeface="Sakkal Majalla" panose="02000000000000000000" pitchFamily="2" charset="-78"/>
              <a:ea typeface="+mj-ea"/>
              <a:cs typeface="+mj-cs"/>
              <a:sym typeface="Sakkal Majalla" panose="02000000000000000000" pitchFamily="2" charset="-78"/>
            </a:endParaRP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554736" y="519011"/>
            <a:ext cx="11082528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/>
        </p:nvSpPr>
        <p:spPr>
          <a:xfrm>
            <a:off x="554736" y="1229254"/>
            <a:ext cx="27411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 lvl="0"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/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003925" y="2170800"/>
            <a:ext cx="1559722" cy="46166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b="1" dirty="0">
                <a:solidFill>
                  <a:srgbClr val="007A3C"/>
                </a:solidFill>
              </a:rPr>
              <a:t>Above Chart Exhibit Title</a:t>
            </a:r>
            <a:br>
              <a:rPr lang="en-US" b="1" dirty="0">
                <a:solidFill>
                  <a:srgbClr val="007A3C"/>
                </a:solidFill>
              </a:rPr>
            </a:br>
            <a:r>
              <a:rPr lang="en-US" sz="1400" dirty="0"/>
              <a:t>Unit of Measure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H="1">
            <a:off x="554735" y="2170800"/>
            <a:ext cx="1907397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C4CAAEB5-D1DC-4B91-8EA8-6D4351D43002}"/>
              </a:ext>
            </a:extLst>
          </p:cNvPr>
          <p:cNvCxnSpPr>
            <a:cxnSpLocks/>
          </p:cNvCxnSpPr>
          <p:nvPr/>
        </p:nvCxnSpPr>
        <p:spPr bwMode="ltGray">
          <a:xfrm>
            <a:off x="0" y="928950"/>
            <a:ext cx="5038492" cy="0"/>
          </a:xfrm>
          <a:prstGeom prst="line">
            <a:avLst/>
          </a:prstGeom>
          <a:ln w="19050" cap="flat">
            <a:solidFill>
              <a:srgbClr val="C5A46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0" name="Picture 149">
            <a:extLst>
              <a:ext uri="{FF2B5EF4-FFF2-40B4-BE49-F238E27FC236}">
                <a16:creationId xmlns:a16="http://schemas.microsoft.com/office/drawing/2014/main" id="{4EA2E31F-2E15-4E48-B0A0-3CBB8B9A91C2}"/>
              </a:ext>
            </a:extLst>
          </p:cNvPr>
          <p:cNvPicPr>
            <a:picLocks noChangeAspect="1"/>
          </p:cNvPicPr>
          <p:nvPr/>
        </p:nvPicPr>
        <p:blipFill>
          <a:blip r:embed="rId3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ltGray">
          <a:xfrm>
            <a:off x="554735" y="6455415"/>
            <a:ext cx="1671151" cy="293623"/>
          </a:xfrm>
          <a:prstGeom prst="rect">
            <a:avLst/>
          </a:prstGeom>
        </p:spPr>
      </p:pic>
      <p:grpSp>
        <p:nvGrpSpPr>
          <p:cNvPr id="148" name="LegendLines" hidden="1">
            <a:extLst>
              <a:ext uri="{FF2B5EF4-FFF2-40B4-BE49-F238E27FC236}">
                <a16:creationId xmlns:a16="http://schemas.microsoft.com/office/drawing/2014/main" id="{B25BBA9B-8770-4489-9F6C-9901C3CA236A}"/>
              </a:ext>
            </a:extLst>
          </p:cNvPr>
          <p:cNvGrpSpPr/>
          <p:nvPr/>
        </p:nvGrpSpPr>
        <p:grpSpPr>
          <a:xfrm>
            <a:off x="10516084" y="3150223"/>
            <a:ext cx="1124394" cy="958286"/>
            <a:chOff x="10162879" y="3243772"/>
            <a:chExt cx="1124394" cy="958286"/>
          </a:xfrm>
        </p:grpSpPr>
        <p:sp>
          <p:nvSpPr>
            <p:cNvPr id="151" name="Legend1" hidden="1">
              <a:extLst>
                <a:ext uri="{FF2B5EF4-FFF2-40B4-BE49-F238E27FC236}">
                  <a16:creationId xmlns:a16="http://schemas.microsoft.com/office/drawing/2014/main" id="{AB7DAEA0-A790-4F39-BE3D-2A17CCBCFE1D}"/>
                </a:ext>
              </a:extLst>
            </p:cNvPr>
            <p:cNvSpPr txBox="1"/>
            <p:nvPr/>
          </p:nvSpPr>
          <p:spPr>
            <a:xfrm>
              <a:off x="10886522" y="3243772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2" hidden="1">
              <a:extLst>
                <a:ext uri="{FF2B5EF4-FFF2-40B4-BE49-F238E27FC236}">
                  <a16:creationId xmlns:a16="http://schemas.microsoft.com/office/drawing/2014/main" id="{935112B2-58A0-47A7-BD4A-70858EB7EC70}"/>
                </a:ext>
              </a:extLst>
            </p:cNvPr>
            <p:cNvSpPr txBox="1"/>
            <p:nvPr/>
          </p:nvSpPr>
          <p:spPr>
            <a:xfrm>
              <a:off x="10886522" y="3615193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3" hidden="1">
              <a:extLst>
                <a:ext uri="{FF2B5EF4-FFF2-40B4-BE49-F238E27FC236}">
                  <a16:creationId xmlns:a16="http://schemas.microsoft.com/office/drawing/2014/main" id="{2ADF68B3-D8B6-44EF-942F-0FB6881A7831}"/>
                </a:ext>
              </a:extLst>
            </p:cNvPr>
            <p:cNvSpPr txBox="1"/>
            <p:nvPr/>
          </p:nvSpPr>
          <p:spPr>
            <a:xfrm>
              <a:off x="10886522" y="3986614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4" name="LineLegend3" hidden="1">
              <a:extLst>
                <a:ext uri="{FF2B5EF4-FFF2-40B4-BE49-F238E27FC236}">
                  <a16:creationId xmlns:a16="http://schemas.microsoft.com/office/drawing/2014/main" id="{433CFB8A-C0C0-4C00-B898-931C2590871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400" baseline="0" dirty="0">
                <a:ea typeface="+mn-ea"/>
              </a:endParaRPr>
            </a:p>
          </p:txBody>
        </p:sp>
        <p:sp>
          <p:nvSpPr>
            <p:cNvPr id="155" name="LineLegend2" hidden="1">
              <a:extLst>
                <a:ext uri="{FF2B5EF4-FFF2-40B4-BE49-F238E27FC236}">
                  <a16:creationId xmlns:a16="http://schemas.microsoft.com/office/drawing/2014/main" id="{59A1E97A-8FC3-4973-A027-3A3B4A64C62F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400" baseline="0" dirty="0">
                <a:ea typeface="+mn-ea"/>
              </a:endParaRPr>
            </a:p>
          </p:txBody>
        </p:sp>
        <p:sp>
          <p:nvSpPr>
            <p:cNvPr id="156" name="LineLegend1" hidden="1">
              <a:extLst>
                <a:ext uri="{FF2B5EF4-FFF2-40B4-BE49-F238E27FC236}">
                  <a16:creationId xmlns:a16="http://schemas.microsoft.com/office/drawing/2014/main" id="{7796DF57-9F2A-44B1-96C4-65133F8D2FCC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400" baseline="0" dirty="0">
                <a:ea typeface="+mn-ea"/>
              </a:endParaRPr>
            </a:p>
          </p:txBody>
        </p:sp>
      </p:grpSp>
      <p:grpSp>
        <p:nvGrpSpPr>
          <p:cNvPr id="157" name="LegendMoons" hidden="1">
            <a:extLst>
              <a:ext uri="{FF2B5EF4-FFF2-40B4-BE49-F238E27FC236}">
                <a16:creationId xmlns:a16="http://schemas.microsoft.com/office/drawing/2014/main" id="{6B9DE31F-5A1D-44A0-802C-792234950072}"/>
              </a:ext>
            </a:extLst>
          </p:cNvPr>
          <p:cNvGrpSpPr/>
          <p:nvPr/>
        </p:nvGrpSpPr>
        <p:grpSpPr>
          <a:xfrm>
            <a:off x="10887095" y="1145373"/>
            <a:ext cx="753383" cy="1731859"/>
            <a:chOff x="7723680" y="1702457"/>
            <a:chExt cx="753383" cy="1731859"/>
          </a:xfrm>
        </p:grpSpPr>
        <p:sp>
          <p:nvSpPr>
            <p:cNvPr id="158" name="Legend1" hidden="1">
              <a:extLst>
                <a:ext uri="{FF2B5EF4-FFF2-40B4-BE49-F238E27FC236}">
                  <a16:creationId xmlns:a16="http://schemas.microsoft.com/office/drawing/2014/main" id="{BC71F642-4ADF-4FE0-87B5-F61604E03DF0}"/>
                </a:ext>
              </a:extLst>
            </p:cNvPr>
            <p:cNvSpPr txBox="1"/>
            <p:nvPr/>
          </p:nvSpPr>
          <p:spPr>
            <a:xfrm>
              <a:off x="8076312" y="1709816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9" name="Legend2" hidden="1">
              <a:extLst>
                <a:ext uri="{FF2B5EF4-FFF2-40B4-BE49-F238E27FC236}">
                  <a16:creationId xmlns:a16="http://schemas.microsoft.com/office/drawing/2014/main" id="{1E4F8828-03FD-47E3-A2A2-793B69CDA4DE}"/>
                </a:ext>
              </a:extLst>
            </p:cNvPr>
            <p:cNvSpPr txBox="1"/>
            <p:nvPr/>
          </p:nvSpPr>
          <p:spPr>
            <a:xfrm>
              <a:off x="8076312" y="2085275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60" name="Legend3" hidden="1">
              <a:extLst>
                <a:ext uri="{FF2B5EF4-FFF2-40B4-BE49-F238E27FC236}">
                  <a16:creationId xmlns:a16="http://schemas.microsoft.com/office/drawing/2014/main" id="{9DD21808-D7D5-4E48-B00F-C1E7070AD922}"/>
                </a:ext>
              </a:extLst>
            </p:cNvPr>
            <p:cNvSpPr txBox="1"/>
            <p:nvPr/>
          </p:nvSpPr>
          <p:spPr>
            <a:xfrm>
              <a:off x="8076312" y="2460734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61" name="Legend4" hidden="1">
              <a:extLst>
                <a:ext uri="{FF2B5EF4-FFF2-40B4-BE49-F238E27FC236}">
                  <a16:creationId xmlns:a16="http://schemas.microsoft.com/office/drawing/2014/main" id="{56371DBB-65D1-4FEB-A46F-98F6A0A54EC7}"/>
                </a:ext>
              </a:extLst>
            </p:cNvPr>
            <p:cNvSpPr txBox="1"/>
            <p:nvPr/>
          </p:nvSpPr>
          <p:spPr>
            <a:xfrm>
              <a:off x="8076312" y="2836193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62" name="Legend5" hidden="1">
              <a:extLst>
                <a:ext uri="{FF2B5EF4-FFF2-40B4-BE49-F238E27FC236}">
                  <a16:creationId xmlns:a16="http://schemas.microsoft.com/office/drawing/2014/main" id="{515FE3DB-FBC8-4877-B5FD-7D8303A3B3B6}"/>
                </a:ext>
              </a:extLst>
            </p:cNvPr>
            <p:cNvSpPr txBox="1"/>
            <p:nvPr/>
          </p:nvSpPr>
          <p:spPr>
            <a:xfrm>
              <a:off x="8076312" y="3211654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63" name="MoonLegend1" hidden="1">
              <a:extLst>
                <a:ext uri="{FF2B5EF4-FFF2-40B4-BE49-F238E27FC236}">
                  <a16:creationId xmlns:a16="http://schemas.microsoft.com/office/drawing/2014/main" id="{2C3001C0-479E-417C-AC60-172524700EA9}"/>
                </a:ext>
              </a:extLst>
            </p:cNvPr>
            <p:cNvGrpSpPr>
              <a:grpSpLocks noChangeAspect="1"/>
            </p:cNvGrpSpPr>
            <p:nvPr>
              <p:custDataLst>
                <p:tags r:id="rId22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87" name="Oval 186" hidden="1">
                <a:extLst>
                  <a:ext uri="{FF2B5EF4-FFF2-40B4-BE49-F238E27FC236}">
                    <a16:creationId xmlns:a16="http://schemas.microsoft.com/office/drawing/2014/main" id="{6DE0CD78-9F6E-454B-8C49-CB98F082574B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8" name="Arc 187" hidden="1">
                <a:extLst>
                  <a:ext uri="{FF2B5EF4-FFF2-40B4-BE49-F238E27FC236}">
                    <a16:creationId xmlns:a16="http://schemas.microsoft.com/office/drawing/2014/main" id="{9B2DFE80-F375-4DDA-85D1-096B68B0EB65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  <p:grpSp>
          <p:nvGrpSpPr>
            <p:cNvPr id="164" name="MoonLegend2" hidden="1">
              <a:extLst>
                <a:ext uri="{FF2B5EF4-FFF2-40B4-BE49-F238E27FC236}">
                  <a16:creationId xmlns:a16="http://schemas.microsoft.com/office/drawing/2014/main" id="{39A95644-ED5F-4238-A6CC-25BA6612C6DF}"/>
                </a:ext>
              </a:extLst>
            </p:cNvPr>
            <p:cNvGrpSpPr>
              <a:grpSpLocks noChangeAspect="1"/>
            </p:cNvGrpSpPr>
            <p:nvPr>
              <p:custDataLst>
                <p:tags r:id="rId23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84" name="Oval 183" hidden="1">
                <a:extLst>
                  <a:ext uri="{FF2B5EF4-FFF2-40B4-BE49-F238E27FC236}">
                    <a16:creationId xmlns:a16="http://schemas.microsoft.com/office/drawing/2014/main" id="{CBCE7095-F5CB-4030-A78D-5870B30A1026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5" name="Arc 184" hidden="1">
                <a:extLst>
                  <a:ext uri="{FF2B5EF4-FFF2-40B4-BE49-F238E27FC236}">
                    <a16:creationId xmlns:a16="http://schemas.microsoft.com/office/drawing/2014/main" id="{1690BD9B-5383-4F63-AFC3-BAE1A31AE4BD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  <p:grpSp>
          <p:nvGrpSpPr>
            <p:cNvPr id="165" name="MoonLegend3" hidden="1">
              <a:extLst>
                <a:ext uri="{FF2B5EF4-FFF2-40B4-BE49-F238E27FC236}">
                  <a16:creationId xmlns:a16="http://schemas.microsoft.com/office/drawing/2014/main" id="{79F53EA5-0D07-4AD4-869C-848AC1E214DD}"/>
                </a:ext>
              </a:extLst>
            </p:cNvPr>
            <p:cNvGrpSpPr>
              <a:grpSpLocks noChangeAspect="1"/>
            </p:cNvGrpSpPr>
            <p:nvPr>
              <p:custDataLst>
                <p:tags r:id="rId24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82" name="Oval 181" hidden="1">
                <a:extLst>
                  <a:ext uri="{FF2B5EF4-FFF2-40B4-BE49-F238E27FC236}">
                    <a16:creationId xmlns:a16="http://schemas.microsoft.com/office/drawing/2014/main" id="{5DB749D8-2B6A-401E-BD7F-0F6BA6068564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3" name="Arc 182" hidden="1">
                <a:extLst>
                  <a:ext uri="{FF2B5EF4-FFF2-40B4-BE49-F238E27FC236}">
                    <a16:creationId xmlns:a16="http://schemas.microsoft.com/office/drawing/2014/main" id="{3D17C137-76DE-4DC9-9275-B3041CD943A6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  <p:grpSp>
          <p:nvGrpSpPr>
            <p:cNvPr id="166" name="MoonLegend4" hidden="1">
              <a:extLst>
                <a:ext uri="{FF2B5EF4-FFF2-40B4-BE49-F238E27FC236}">
                  <a16:creationId xmlns:a16="http://schemas.microsoft.com/office/drawing/2014/main" id="{F2D46CCA-987F-4C09-822C-1E338DB3247B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80" name="Oval 179" hidden="1">
                <a:extLst>
                  <a:ext uri="{FF2B5EF4-FFF2-40B4-BE49-F238E27FC236}">
                    <a16:creationId xmlns:a16="http://schemas.microsoft.com/office/drawing/2014/main" id="{2E5CE39F-9EEE-4B70-BE3D-F558FC8F115E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1" name="Arc 180" hidden="1">
                <a:extLst>
                  <a:ext uri="{FF2B5EF4-FFF2-40B4-BE49-F238E27FC236}">
                    <a16:creationId xmlns:a16="http://schemas.microsoft.com/office/drawing/2014/main" id="{1F4CAA0A-1B70-4760-B591-2F5686E5B957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  <p:grpSp>
          <p:nvGrpSpPr>
            <p:cNvPr id="167" name="MoonLegend5" hidden="1">
              <a:extLst>
                <a:ext uri="{FF2B5EF4-FFF2-40B4-BE49-F238E27FC236}">
                  <a16:creationId xmlns:a16="http://schemas.microsoft.com/office/drawing/2014/main" id="{CC8D92E7-C21C-4C26-9B1F-41002AEC1B70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68" name="Oval 167" hidden="1">
                <a:extLst>
                  <a:ext uri="{FF2B5EF4-FFF2-40B4-BE49-F238E27FC236}">
                    <a16:creationId xmlns:a16="http://schemas.microsoft.com/office/drawing/2014/main" id="{6E7FE368-AA6C-440B-BCD8-29CC7A6AAA84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9" name="Arc 178" hidden="1">
                <a:extLst>
                  <a:ext uri="{FF2B5EF4-FFF2-40B4-BE49-F238E27FC236}">
                    <a16:creationId xmlns:a16="http://schemas.microsoft.com/office/drawing/2014/main" id="{9FCC6F5F-811C-47FC-83BC-5EC0CDD6F4DD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</p:grpSp>
      <p:grpSp>
        <p:nvGrpSpPr>
          <p:cNvPr id="189" name="LegendBoxes" hidden="1">
            <a:extLst>
              <a:ext uri="{FF2B5EF4-FFF2-40B4-BE49-F238E27FC236}">
                <a16:creationId xmlns:a16="http://schemas.microsoft.com/office/drawing/2014/main" id="{38F5855E-FE93-4D76-9514-88EFE3A2DE6A}"/>
              </a:ext>
            </a:extLst>
          </p:cNvPr>
          <p:cNvGrpSpPr/>
          <p:nvPr/>
        </p:nvGrpSpPr>
        <p:grpSpPr>
          <a:xfrm>
            <a:off x="10913581" y="4381500"/>
            <a:ext cx="726897" cy="1717282"/>
            <a:chOff x="10652400" y="4322824"/>
            <a:chExt cx="726897" cy="1717282"/>
          </a:xfrm>
        </p:grpSpPr>
        <p:sp>
          <p:nvSpPr>
            <p:cNvPr id="190" name="RectangleLegend1" hidden="1">
              <a:extLst>
                <a:ext uri="{FF2B5EF4-FFF2-40B4-BE49-F238E27FC236}">
                  <a16:creationId xmlns:a16="http://schemas.microsoft.com/office/drawing/2014/main" id="{155FBF39-E338-46FB-94BB-7C2A2AC64DCA}"/>
                </a:ext>
              </a:extLst>
            </p:cNvPr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2" hidden="1">
              <a:extLst>
                <a:ext uri="{FF2B5EF4-FFF2-40B4-BE49-F238E27FC236}">
                  <a16:creationId xmlns:a16="http://schemas.microsoft.com/office/drawing/2014/main" id="{1A7C11CF-229C-4257-A0F4-486C976D7C63}"/>
                </a:ext>
              </a:extLst>
            </p:cNvPr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3" hidden="1">
              <a:extLst>
                <a:ext uri="{FF2B5EF4-FFF2-40B4-BE49-F238E27FC236}">
                  <a16:creationId xmlns:a16="http://schemas.microsoft.com/office/drawing/2014/main" id="{BD07A07C-D5C0-4338-86F6-239BBC3B1826}"/>
                </a:ext>
              </a:extLst>
            </p:cNvPr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RectangleLegend4" hidden="1">
              <a:extLst>
                <a:ext uri="{FF2B5EF4-FFF2-40B4-BE49-F238E27FC236}">
                  <a16:creationId xmlns:a16="http://schemas.microsoft.com/office/drawing/2014/main" id="{066FBB00-78E5-4324-B4F6-A1C522920320}"/>
                </a:ext>
              </a:extLst>
            </p:cNvPr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4" name="RectangleLegend5" hidden="1">
              <a:extLst>
                <a:ext uri="{FF2B5EF4-FFF2-40B4-BE49-F238E27FC236}">
                  <a16:creationId xmlns:a16="http://schemas.microsoft.com/office/drawing/2014/main" id="{D46668A8-4562-476B-96CC-6BEA0B145107}"/>
                </a:ext>
              </a:extLst>
            </p:cNvPr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5" name="Legend1" hidden="1">
              <a:extLst>
                <a:ext uri="{FF2B5EF4-FFF2-40B4-BE49-F238E27FC236}">
                  <a16:creationId xmlns:a16="http://schemas.microsoft.com/office/drawing/2014/main" id="{0E77D20A-FCC5-40B5-AC4D-8A5C1A1EE0F6}"/>
                </a:ext>
              </a:extLst>
            </p:cNvPr>
            <p:cNvSpPr txBox="1"/>
            <p:nvPr/>
          </p:nvSpPr>
          <p:spPr>
            <a:xfrm>
              <a:off x="10978546" y="4322824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2" hidden="1">
              <a:extLst>
                <a:ext uri="{FF2B5EF4-FFF2-40B4-BE49-F238E27FC236}">
                  <a16:creationId xmlns:a16="http://schemas.microsoft.com/office/drawing/2014/main" id="{50247E43-C849-4947-9B5B-FF9909A921E5}"/>
                </a:ext>
              </a:extLst>
            </p:cNvPr>
            <p:cNvSpPr txBox="1"/>
            <p:nvPr/>
          </p:nvSpPr>
          <p:spPr>
            <a:xfrm>
              <a:off x="10978546" y="4702322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3" hidden="1">
              <a:extLst>
                <a:ext uri="{FF2B5EF4-FFF2-40B4-BE49-F238E27FC236}">
                  <a16:creationId xmlns:a16="http://schemas.microsoft.com/office/drawing/2014/main" id="{76D12DBD-A21A-4195-91DD-F47547C124A7}"/>
                </a:ext>
              </a:extLst>
            </p:cNvPr>
            <p:cNvSpPr txBox="1"/>
            <p:nvPr/>
          </p:nvSpPr>
          <p:spPr>
            <a:xfrm>
              <a:off x="10978546" y="5081820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227" name="Legend4" hidden="1">
              <a:extLst>
                <a:ext uri="{FF2B5EF4-FFF2-40B4-BE49-F238E27FC236}">
                  <a16:creationId xmlns:a16="http://schemas.microsoft.com/office/drawing/2014/main" id="{6083359C-D53C-4E59-986E-8A462D9DBE08}"/>
                </a:ext>
              </a:extLst>
            </p:cNvPr>
            <p:cNvSpPr txBox="1"/>
            <p:nvPr/>
          </p:nvSpPr>
          <p:spPr>
            <a:xfrm>
              <a:off x="10978546" y="5453241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228" name="Legend5" hidden="1">
              <a:extLst>
                <a:ext uri="{FF2B5EF4-FFF2-40B4-BE49-F238E27FC236}">
                  <a16:creationId xmlns:a16="http://schemas.microsoft.com/office/drawing/2014/main" id="{A53A352B-86BE-4E98-AA48-B6B3D2CA5344}"/>
                </a:ext>
              </a:extLst>
            </p:cNvPr>
            <p:cNvSpPr txBox="1"/>
            <p:nvPr/>
          </p:nvSpPr>
          <p:spPr>
            <a:xfrm>
              <a:off x="10978545" y="5824662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sp>
        <p:nvSpPr>
          <p:cNvPr id="171" name="TextBox 5"/>
          <p:cNvSpPr txBox="1">
            <a:spLocks noChangeArrowheads="1"/>
          </p:cNvSpPr>
          <p:nvPr/>
        </p:nvSpPr>
        <p:spPr bwMode="gray">
          <a:xfrm>
            <a:off x="0" y="6354410"/>
            <a:ext cx="2876625" cy="503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</p:spTree>
    <p:extLst>
      <p:ext uri="{BB962C8B-B14F-4D97-AF65-F5344CB8AC3E}">
        <p14:creationId xmlns:p14="http://schemas.microsoft.com/office/powerpoint/2010/main" val="207227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60" r:id="rId1"/>
    <p:sldLayoutId id="2147484961" r:id="rId2"/>
    <p:sldLayoutId id="2147484962" r:id="rId3"/>
    <p:sldLayoutId id="2147484963" r:id="rId4"/>
    <p:sldLayoutId id="2147484964" r:id="rId5"/>
    <p:sldLayoutId id="2147484965" r:id="rId6"/>
    <p:sldLayoutId id="2147484966" r:id="rId7"/>
    <p:sldLayoutId id="2147484967" r:id="rId8"/>
    <p:sldLayoutId id="2147484968" r:id="rId9"/>
    <p:sldLayoutId id="2147484969" r:id="rId10"/>
    <p:sldLayoutId id="2147484970" r:id="rId11"/>
    <p:sldLayoutId id="2147484971" r:id="rId12"/>
    <p:sldLayoutId id="2147484972" r:id="rId13"/>
    <p:sldLayoutId id="2147484973" r:id="rId14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rgbClr val="007A3C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rgbClr val="007A3C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38912" indent="-210312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rgbClr val="007A3C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5544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rgbClr val="007A3C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813816" indent="-146304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rgbClr val="007A3C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40B17A4-151A-442A-85BB-61D97FD47CD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1"/>
            </p:custDataLst>
            <p:extLst>
              <p:ext uri="{D42A27DB-BD31-4B8C-83A1-F6EECF244321}">
                <p14:modId xmlns:p14="http://schemas.microsoft.com/office/powerpoint/2010/main" val="9451086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16" name="think-cell Slide" r:id="rId41" imgW="592" imgH="591" progId="TCLayout.ActiveDocument.1">
                  <p:embed/>
                </p:oleObj>
              </mc:Choice>
              <mc:Fallback>
                <p:oleObj name="think-cell Slide" r:id="rId41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40B17A4-151A-442A-85BB-61D97FD47C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6" name="Grid" hidden="1">
            <a:extLst>
              <a:ext uri="{FF2B5EF4-FFF2-40B4-BE49-F238E27FC236}">
                <a16:creationId xmlns:a16="http://schemas.microsoft.com/office/drawing/2014/main" id="{4C49EA32-9423-4FD5-9ED0-6488450F6C2C}"/>
              </a:ext>
            </a:extLst>
          </p:cNvPr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47" name="slide margin">
              <a:extLst>
                <a:ext uri="{FF2B5EF4-FFF2-40B4-BE49-F238E27FC236}">
                  <a16:creationId xmlns:a16="http://schemas.microsoft.com/office/drawing/2014/main" id="{80728713-4BC3-47C9-A88F-234802DE55A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AD113A43-CB93-4004-A941-1E7A79B4301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AA242A4D-C7D3-468B-A64F-557F974EFF2A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B1BE8592-003F-4058-A636-07E642A892DA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DE87973E-C3D1-4522-A42D-FA85273E6815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A8BF4FE2-D8EB-48A4-B207-36259338B3CD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CE558CAE-23CC-4F83-BE1A-E2CE644EE79D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679EA314-E8EA-4726-A3D9-F87C0363CF0E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2B5F1730-C1C4-487F-9605-912E2CA9DF84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99426604-191D-4002-910A-83DA9C94C007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C44CDC82-DE05-4C62-9CC6-25DD7E14DDD0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51FBC255-2F1B-4D89-A68E-47F82E4088DA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3CD10387-EC39-4198-9046-8C7F6161020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CABA2E78-2EC8-4DB1-8538-9A730F7DAE7C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A1C87708-1D4F-4445-8FC1-BA4CEF15975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627D193-A30A-4DFC-9AC7-6888F45C5E3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7A2F0A69-5B0D-4DF8-9211-FE29BAB6D382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A7C8BC53-DC9B-4E6D-9AFB-72839EED0B95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7333F0-7AC6-4C4E-A9F7-47715811F7D5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41BD08D-CCAE-47F4-9350-873B15C387D1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6FC47B04-579C-4EBF-89F0-ED4102E6D042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A86C8D3E-4F7A-4F85-8102-A9F0C1C32AD4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D95F6E32-08A8-489B-B9FE-45EFCA15296B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8A6E7124-6A4C-43D1-9E9C-1C3068911C82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B3BAA2FA-AE95-42E9-874C-4D163949771A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87082A41-128A-46AD-A96A-B65B52D84D48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6385B26A-9145-44CD-A0F8-E3469C088151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1A77EB80-9575-46AC-812C-B8E16D26B50C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8D32B944-4557-4E23-89DA-F1D40925C25A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B5793D5B-044C-41EF-B0BF-2E74687CDA6B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505D237-9C79-4030-B585-086086DB699B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8821861E-9F9F-4938-8CC5-ABBA24C49284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F1D21CF7-A4B7-43AE-9BC4-8412B19EE354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096477C1-F965-4795-B0C6-FA53907EA3E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D1B3165A-564A-4805-B5FA-DE3233357C2E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083A18C7-59D8-4267-9354-4B36DDE1FF08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8B0A9F6-D5D2-4C8F-8632-31887BE97CFF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29C48AF7-AD43-4FA9-A4F2-88B556204659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0FE2EE53-52F1-49A1-BE21-ACCD588859EA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7410CDD7-7AE0-4B1C-AB9E-4D17059BDD6A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D87BB33E-6E63-4D84-907D-4E2DC1F2782A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6A79E332-A825-4777-AE8A-F6B0CE07928F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CF0F7D59-8161-4899-ADE1-C765AF0EBF0E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8DEB8A08-9CD5-4C3A-8FFB-84215E4D6533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4B047DD5-7A92-48A2-AC72-ECC4FAD747E3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1E8D10E5-D22B-4F59-8F81-997942852B6D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BECA1A67-335E-4D4E-A7B4-2BBC92DDB6A7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0A3EB38D-A18C-4DEC-B794-C11D4E06897E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6227A2E8-1D6B-405D-B85D-000202700149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FE7B360D-C39D-4F35-A15D-42E25608D5F7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7F6BE948-239D-406D-8F0C-18B11D2EB8B0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22D05778-380C-4C9A-8656-C64F7897E981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B53549CE-E19B-4D94-B8B2-DABD4AB41F9B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34C6D312-2FA6-4484-B963-675BC03044D1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798AB601-6C8E-4063-A098-A1E8CBBB0447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7E9A6212-AC7E-446F-89EC-FA672B4FFF92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9C4BB533-CDAE-437E-9ABE-FBD295E68F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2B7C14F3-3741-4AE3-8F31-D62D438F718D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BAD823B7-20E2-4EB1-AA2B-DAEA68AE85F6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7DEDE9BE-F3CE-4272-A390-0E4D14C794C7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02D6DA65-A862-4D9F-8EC7-3A4B641E0A36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09A8F903-DC74-43C8-B5A9-9D966C1AB64F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6E9CD334-1F2A-417A-8A4D-E87E2BA2318F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3125FD59-FC3D-4A51-AA6E-0B7021C411C5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F30A54CD-77DE-4D48-86F3-5AACD92F6C3B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85F038DC-3AC3-4B5B-A3B9-97230A938C6A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3EDF7D40-A12B-4690-B026-686502BF5A60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A11D8FEC-5244-4472-8822-77012997E218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E0BDE170-8667-4D96-9C48-D59870123F26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EC71854E-C01C-4427-9D39-61CA4C022402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0B88D98E-E826-4722-9A86-22A85EF83166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1991F608-F304-48B6-9D43-20BE3EDAAB11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E0EABAA7-C8FE-4588-853A-C0862434EC44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41F1CE63-59A9-452C-B7ED-4A2103C20084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0F3BE9C4-D3D0-4A91-9ABD-7D2465F14FD1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ACB9D835-F6A6-44E0-A183-BFD3D28FF233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FCD7FC41-A8A6-48A1-97C1-F8BD8749EA7C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97B18D0F-A495-4C27-A6D4-6B87FAD8133E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D58037A6-D6BF-469D-A23E-11BE39DD0233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A5648589-770E-4CC2-AE37-BDEFC3FFF517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4078893F-78BE-44E4-BA79-01C3B073CC2D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BF1CA390-F693-4D3A-B3C6-7E6CA2D2337E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main body box">
              <a:extLst>
                <a:ext uri="{FF2B5EF4-FFF2-40B4-BE49-F238E27FC236}">
                  <a16:creationId xmlns:a16="http://schemas.microsoft.com/office/drawing/2014/main" id="{94B252A5-5442-4BF0-95F3-4AECF8FFF593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352543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pPr rtl="0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FD509584-F7B8-4F61-8545-FDBDDF276FCB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AFE501BC-6E59-4219-9671-0F9AC5FD8602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3399E7-290D-4CE6-AA08-2DA0CF307E1C}"/>
              </a:ext>
            </a:extLst>
          </p:cNvPr>
          <p:cNvSpPr/>
          <p:nvPr userDrawn="1">
            <p:custDataLst>
              <p:tags r:id="rId2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53" name="2. Slide Title">
            <a:extLst>
              <a:ext uri="{FF2B5EF4-FFF2-40B4-BE49-F238E27FC236}">
                <a16:creationId xmlns:a16="http://schemas.microsoft.com/office/drawing/2014/main" id="{7C8D601E-A2E1-4979-AE83-B694B9829662}"/>
              </a:ext>
            </a:extLst>
          </p:cNvPr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5" name="4. Footnote" hidden="1">
            <a:extLst>
              <a:ext uri="{FF2B5EF4-FFF2-40B4-BE49-F238E27FC236}">
                <a16:creationId xmlns:a16="http://schemas.microsoft.com/office/drawing/2014/main" id="{56E3DC21-21DB-42FE-8721-1BC0E89F13AE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553972" y="6085996"/>
            <a:ext cx="727862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176" name="Sticker" hidden="1">
            <a:extLst>
              <a:ext uri="{FF2B5EF4-FFF2-40B4-BE49-F238E27FC236}">
                <a16:creationId xmlns:a16="http://schemas.microsoft.com/office/drawing/2014/main" id="{F05F3D84-B1F2-4969-91DD-7BB0F78A4159}"/>
              </a:ext>
            </a:extLst>
          </p:cNvPr>
          <p:cNvSpPr txBox="1"/>
          <p:nvPr userDrawn="1"/>
        </p:nvSpPr>
        <p:spPr>
          <a:xfrm>
            <a:off x="554736" y="1248304"/>
            <a:ext cx="291747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/>
              <a:t>STICKER</a:t>
            </a:r>
          </a:p>
        </p:txBody>
      </p:sp>
      <p:sp>
        <p:nvSpPr>
          <p:cNvPr id="207" name="ACET" hidden="1">
            <a:extLst>
              <a:ext uri="{FF2B5EF4-FFF2-40B4-BE49-F238E27FC236}">
                <a16:creationId xmlns:a16="http://schemas.microsoft.com/office/drawing/2014/main" id="{9C1AB688-8E46-4BED-871D-3FE073C183F2}"/>
              </a:ext>
            </a:extLst>
          </p:cNvPr>
          <p:cNvSpPr txBox="1"/>
          <p:nvPr userDrawn="1">
            <p:custDataLst>
              <p:tags r:id="rId25"/>
            </p:custDataLst>
          </p:nvPr>
        </p:nvSpPr>
        <p:spPr>
          <a:xfrm>
            <a:off x="5987738" y="2170800"/>
            <a:ext cx="3049253" cy="53860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Above Chart Exhibit Title</a:t>
            </a:r>
          </a:p>
          <a:p>
            <a:pPr lvl="0"/>
            <a:r>
              <a:rPr lang="en-US" sz="1400" b="0"/>
              <a:t>Unit of Measure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A8BC65-10CC-4404-9B17-2797DDA47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0800"/>
            <a:ext cx="2457247" cy="138499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4" name="TextBox 5">
            <a:extLst>
              <a:ext uri="{FF2B5EF4-FFF2-40B4-BE49-F238E27FC236}">
                <a16:creationId xmlns:a16="http://schemas.microsoft.com/office/drawing/2014/main" id="{BFF5890E-7305-4C4B-BDF3-690BBC0114DF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549973" y="6425891"/>
            <a:ext cx="2263775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>
                <a:solidFill>
                  <a:srgbClr val="DFBC7D"/>
                </a:solidFill>
                <a:latin typeface="+mn-lt"/>
                <a:cs typeface="Arial"/>
              </a:rPr>
              <a:t>شركة سوق الكربون الطوعي الاقليمية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>
                <a:solidFill>
                  <a:srgbClr val="DFBC7D"/>
                </a:solidFill>
                <a:latin typeface="+mn-lt"/>
                <a:cs typeface="Arial"/>
              </a:rPr>
              <a:t>Regional Voluntary Carbon Market Company </a:t>
            </a:r>
          </a:p>
        </p:txBody>
      </p: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9D103375-D5E4-4F1C-AD1A-3CA9D1EA3458}"/>
              </a:ext>
            </a:extLst>
          </p:cNvPr>
          <p:cNvCxnSpPr>
            <a:cxnSpLocks/>
          </p:cNvCxnSpPr>
          <p:nvPr userDrawn="1"/>
        </p:nvCxnSpPr>
        <p:spPr bwMode="ltGray">
          <a:xfrm>
            <a:off x="0" y="928950"/>
            <a:ext cx="5038492" cy="0"/>
          </a:xfrm>
          <a:prstGeom prst="line">
            <a:avLst/>
          </a:prstGeom>
          <a:ln w="19050" cap="flat">
            <a:solidFill>
              <a:srgbClr val="C5A46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9" name="LegendBoxes" hidden="1">
            <a:extLst>
              <a:ext uri="{FF2B5EF4-FFF2-40B4-BE49-F238E27FC236}">
                <a16:creationId xmlns:a16="http://schemas.microsoft.com/office/drawing/2014/main" id="{C4CC0819-E3E6-4D15-8B27-46E8BD510C68}"/>
              </a:ext>
            </a:extLst>
          </p:cNvPr>
          <p:cNvGrpSpPr/>
          <p:nvPr userDrawn="1"/>
        </p:nvGrpSpPr>
        <p:grpSpPr>
          <a:xfrm>
            <a:off x="10913459" y="4381500"/>
            <a:ext cx="726897" cy="1717282"/>
            <a:chOff x="10554770" y="4322824"/>
            <a:chExt cx="726897" cy="1717282"/>
          </a:xfrm>
        </p:grpSpPr>
        <p:sp>
          <p:nvSpPr>
            <p:cNvPr id="170" name="RectangleLegend1" hidden="1">
              <a:extLst>
                <a:ext uri="{FF2B5EF4-FFF2-40B4-BE49-F238E27FC236}">
                  <a16:creationId xmlns:a16="http://schemas.microsoft.com/office/drawing/2014/main" id="{46A8BF92-B152-4512-B006-B9419833B167}"/>
                </a:ext>
              </a:extLst>
            </p:cNvPr>
            <p:cNvSpPr/>
            <p:nvPr/>
          </p:nvSpPr>
          <p:spPr>
            <a:xfrm>
              <a:off x="1055477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71" name="RectangleLegend2" hidden="1">
              <a:extLst>
                <a:ext uri="{FF2B5EF4-FFF2-40B4-BE49-F238E27FC236}">
                  <a16:creationId xmlns:a16="http://schemas.microsoft.com/office/drawing/2014/main" id="{D3395053-2A92-404B-9273-7E8F19FA797B}"/>
                </a:ext>
              </a:extLst>
            </p:cNvPr>
            <p:cNvSpPr/>
            <p:nvPr/>
          </p:nvSpPr>
          <p:spPr>
            <a:xfrm>
              <a:off x="1055477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72" name="RectangleLegend3" hidden="1">
              <a:extLst>
                <a:ext uri="{FF2B5EF4-FFF2-40B4-BE49-F238E27FC236}">
                  <a16:creationId xmlns:a16="http://schemas.microsoft.com/office/drawing/2014/main" id="{A61CAE6A-5E16-49E0-9290-5E646DA7BACF}"/>
                </a:ext>
              </a:extLst>
            </p:cNvPr>
            <p:cNvSpPr/>
            <p:nvPr/>
          </p:nvSpPr>
          <p:spPr>
            <a:xfrm>
              <a:off x="1055477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73" name="RectangleLegend4" hidden="1">
              <a:extLst>
                <a:ext uri="{FF2B5EF4-FFF2-40B4-BE49-F238E27FC236}">
                  <a16:creationId xmlns:a16="http://schemas.microsoft.com/office/drawing/2014/main" id="{B45AB62E-5D4B-4C64-80CD-85780DAF7D52}"/>
                </a:ext>
              </a:extLst>
            </p:cNvPr>
            <p:cNvSpPr/>
            <p:nvPr/>
          </p:nvSpPr>
          <p:spPr>
            <a:xfrm>
              <a:off x="1055477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74" name="RectangleLegend5" hidden="1">
              <a:extLst>
                <a:ext uri="{FF2B5EF4-FFF2-40B4-BE49-F238E27FC236}">
                  <a16:creationId xmlns:a16="http://schemas.microsoft.com/office/drawing/2014/main" id="{47F1EABA-5120-40B2-AFDE-CEEC4745B903}"/>
                </a:ext>
              </a:extLst>
            </p:cNvPr>
            <p:cNvSpPr/>
            <p:nvPr/>
          </p:nvSpPr>
          <p:spPr>
            <a:xfrm>
              <a:off x="1055477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75" name="Legend1" hidden="1">
              <a:extLst>
                <a:ext uri="{FF2B5EF4-FFF2-40B4-BE49-F238E27FC236}">
                  <a16:creationId xmlns:a16="http://schemas.microsoft.com/office/drawing/2014/main" id="{1EF082EA-7974-4D0E-B278-8805BB496E09}"/>
                </a:ext>
              </a:extLst>
            </p:cNvPr>
            <p:cNvSpPr txBox="1"/>
            <p:nvPr/>
          </p:nvSpPr>
          <p:spPr>
            <a:xfrm>
              <a:off x="10880916" y="4322824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77" name="Legend2" hidden="1">
              <a:extLst>
                <a:ext uri="{FF2B5EF4-FFF2-40B4-BE49-F238E27FC236}">
                  <a16:creationId xmlns:a16="http://schemas.microsoft.com/office/drawing/2014/main" id="{C6685910-507C-4223-9797-DE3F247EBF45}"/>
                </a:ext>
              </a:extLst>
            </p:cNvPr>
            <p:cNvSpPr txBox="1"/>
            <p:nvPr/>
          </p:nvSpPr>
          <p:spPr>
            <a:xfrm>
              <a:off x="10880916" y="4702322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78" name="Legend3" hidden="1">
              <a:extLst>
                <a:ext uri="{FF2B5EF4-FFF2-40B4-BE49-F238E27FC236}">
                  <a16:creationId xmlns:a16="http://schemas.microsoft.com/office/drawing/2014/main" id="{D3A12CB7-297F-45E6-89E9-5A5FC42EC463}"/>
                </a:ext>
              </a:extLst>
            </p:cNvPr>
            <p:cNvSpPr txBox="1"/>
            <p:nvPr/>
          </p:nvSpPr>
          <p:spPr>
            <a:xfrm>
              <a:off x="10880916" y="5081820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79" name="Legend4" hidden="1">
              <a:extLst>
                <a:ext uri="{FF2B5EF4-FFF2-40B4-BE49-F238E27FC236}">
                  <a16:creationId xmlns:a16="http://schemas.microsoft.com/office/drawing/2014/main" id="{6F63CB5E-9F8B-48CD-B53B-D6E5C5A73450}"/>
                </a:ext>
              </a:extLst>
            </p:cNvPr>
            <p:cNvSpPr txBox="1"/>
            <p:nvPr/>
          </p:nvSpPr>
          <p:spPr>
            <a:xfrm>
              <a:off x="10880916" y="5453241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80" name="Legend5" hidden="1">
              <a:extLst>
                <a:ext uri="{FF2B5EF4-FFF2-40B4-BE49-F238E27FC236}">
                  <a16:creationId xmlns:a16="http://schemas.microsoft.com/office/drawing/2014/main" id="{3DD0F50D-64AE-4C30-8A48-015D6CFAA81A}"/>
                </a:ext>
              </a:extLst>
            </p:cNvPr>
            <p:cNvSpPr txBox="1"/>
            <p:nvPr/>
          </p:nvSpPr>
          <p:spPr>
            <a:xfrm>
              <a:off x="10880915" y="5824662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181" name="LegendLines" hidden="1">
            <a:extLst>
              <a:ext uri="{FF2B5EF4-FFF2-40B4-BE49-F238E27FC236}">
                <a16:creationId xmlns:a16="http://schemas.microsoft.com/office/drawing/2014/main" id="{C33E298E-8B11-41AF-9678-1AA908A6E90C}"/>
              </a:ext>
            </a:extLst>
          </p:cNvPr>
          <p:cNvGrpSpPr/>
          <p:nvPr userDrawn="1"/>
        </p:nvGrpSpPr>
        <p:grpSpPr>
          <a:xfrm>
            <a:off x="10515962" y="3150831"/>
            <a:ext cx="1124394" cy="958286"/>
            <a:chOff x="10162879" y="3243772"/>
            <a:chExt cx="1124394" cy="958286"/>
          </a:xfrm>
        </p:grpSpPr>
        <p:sp>
          <p:nvSpPr>
            <p:cNvPr id="182" name="Legend1" hidden="1">
              <a:extLst>
                <a:ext uri="{FF2B5EF4-FFF2-40B4-BE49-F238E27FC236}">
                  <a16:creationId xmlns:a16="http://schemas.microsoft.com/office/drawing/2014/main" id="{4F4E7FB7-BD87-4119-B3EC-511508A1726F}"/>
                </a:ext>
              </a:extLst>
            </p:cNvPr>
            <p:cNvSpPr txBox="1"/>
            <p:nvPr/>
          </p:nvSpPr>
          <p:spPr>
            <a:xfrm>
              <a:off x="10886522" y="3243772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83" name="Legend2" hidden="1">
              <a:extLst>
                <a:ext uri="{FF2B5EF4-FFF2-40B4-BE49-F238E27FC236}">
                  <a16:creationId xmlns:a16="http://schemas.microsoft.com/office/drawing/2014/main" id="{E2018C26-8152-417D-AF84-A1A3A779B90C}"/>
                </a:ext>
              </a:extLst>
            </p:cNvPr>
            <p:cNvSpPr txBox="1"/>
            <p:nvPr/>
          </p:nvSpPr>
          <p:spPr>
            <a:xfrm>
              <a:off x="10886522" y="3615193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84" name="Legend3" hidden="1">
              <a:extLst>
                <a:ext uri="{FF2B5EF4-FFF2-40B4-BE49-F238E27FC236}">
                  <a16:creationId xmlns:a16="http://schemas.microsoft.com/office/drawing/2014/main" id="{7E65FF2C-441C-499B-BDF0-799160DA94CD}"/>
                </a:ext>
              </a:extLst>
            </p:cNvPr>
            <p:cNvSpPr txBox="1"/>
            <p:nvPr/>
          </p:nvSpPr>
          <p:spPr>
            <a:xfrm>
              <a:off x="10886522" y="3986614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85" name="LineLegend3" hidden="1">
              <a:extLst>
                <a:ext uri="{FF2B5EF4-FFF2-40B4-BE49-F238E27FC236}">
                  <a16:creationId xmlns:a16="http://schemas.microsoft.com/office/drawing/2014/main" id="{CC758217-743E-4ABF-95CF-DFABE78EECBA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latin typeface="+mn-lt"/>
                <a:ea typeface="+mn-ea"/>
              </a:endParaRPr>
            </a:p>
          </p:txBody>
        </p:sp>
        <p:sp>
          <p:nvSpPr>
            <p:cNvPr id="186" name="LineLegend2" hidden="1">
              <a:extLst>
                <a:ext uri="{FF2B5EF4-FFF2-40B4-BE49-F238E27FC236}">
                  <a16:creationId xmlns:a16="http://schemas.microsoft.com/office/drawing/2014/main" id="{6BFC66E9-9869-48C2-B279-CDEBA91EADF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latin typeface="+mn-lt"/>
                <a:ea typeface="+mn-ea"/>
              </a:endParaRPr>
            </a:p>
          </p:txBody>
        </p:sp>
        <p:sp>
          <p:nvSpPr>
            <p:cNvPr id="187" name="LineLegend1" hidden="1">
              <a:extLst>
                <a:ext uri="{FF2B5EF4-FFF2-40B4-BE49-F238E27FC236}">
                  <a16:creationId xmlns:a16="http://schemas.microsoft.com/office/drawing/2014/main" id="{0C248885-2787-4D47-86D0-0CB3B467EC26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latin typeface="+mn-lt"/>
                <a:ea typeface="+mn-ea"/>
              </a:endParaRPr>
            </a:p>
          </p:txBody>
        </p:sp>
      </p:grpSp>
      <p:grpSp>
        <p:nvGrpSpPr>
          <p:cNvPr id="188" name="LegendMoons" hidden="1">
            <a:extLst>
              <a:ext uri="{FF2B5EF4-FFF2-40B4-BE49-F238E27FC236}">
                <a16:creationId xmlns:a16="http://schemas.microsoft.com/office/drawing/2014/main" id="{274F4CE2-36CE-4515-B468-CF349A1A57A7}"/>
              </a:ext>
            </a:extLst>
          </p:cNvPr>
          <p:cNvGrpSpPr/>
          <p:nvPr userDrawn="1"/>
        </p:nvGrpSpPr>
        <p:grpSpPr>
          <a:xfrm>
            <a:off x="10883517" y="1146588"/>
            <a:ext cx="753383" cy="1731859"/>
            <a:chOff x="7716535" y="2630582"/>
            <a:chExt cx="753383" cy="1731859"/>
          </a:xfrm>
        </p:grpSpPr>
        <p:sp>
          <p:nvSpPr>
            <p:cNvPr id="189" name="Legend1" hidden="1">
              <a:extLst>
                <a:ext uri="{FF2B5EF4-FFF2-40B4-BE49-F238E27FC236}">
                  <a16:creationId xmlns:a16="http://schemas.microsoft.com/office/drawing/2014/main" id="{38A51163-5676-48C6-8DF7-2F0635E7640D}"/>
                </a:ext>
              </a:extLst>
            </p:cNvPr>
            <p:cNvSpPr txBox="1"/>
            <p:nvPr/>
          </p:nvSpPr>
          <p:spPr>
            <a:xfrm>
              <a:off x="8069167" y="2637941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0" name="Legend2" hidden="1">
              <a:extLst>
                <a:ext uri="{FF2B5EF4-FFF2-40B4-BE49-F238E27FC236}">
                  <a16:creationId xmlns:a16="http://schemas.microsoft.com/office/drawing/2014/main" id="{C20E3CCD-3EDA-4241-A626-1825630465DD}"/>
                </a:ext>
              </a:extLst>
            </p:cNvPr>
            <p:cNvSpPr txBox="1"/>
            <p:nvPr/>
          </p:nvSpPr>
          <p:spPr>
            <a:xfrm>
              <a:off x="8069167" y="3013400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1" name="Legend3" hidden="1">
              <a:extLst>
                <a:ext uri="{FF2B5EF4-FFF2-40B4-BE49-F238E27FC236}">
                  <a16:creationId xmlns:a16="http://schemas.microsoft.com/office/drawing/2014/main" id="{43ADFBE2-05AB-461E-91D2-BE509E4845B2}"/>
                </a:ext>
              </a:extLst>
            </p:cNvPr>
            <p:cNvSpPr txBox="1"/>
            <p:nvPr/>
          </p:nvSpPr>
          <p:spPr>
            <a:xfrm>
              <a:off x="8069167" y="3388859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2" name="Legend4" hidden="1">
              <a:extLst>
                <a:ext uri="{FF2B5EF4-FFF2-40B4-BE49-F238E27FC236}">
                  <a16:creationId xmlns:a16="http://schemas.microsoft.com/office/drawing/2014/main" id="{26D2A69F-3EEC-41A6-92A4-1E1994B7FDBF}"/>
                </a:ext>
              </a:extLst>
            </p:cNvPr>
            <p:cNvSpPr txBox="1"/>
            <p:nvPr/>
          </p:nvSpPr>
          <p:spPr>
            <a:xfrm>
              <a:off x="8069167" y="3764318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3" name="Legend5" hidden="1">
              <a:extLst>
                <a:ext uri="{FF2B5EF4-FFF2-40B4-BE49-F238E27FC236}">
                  <a16:creationId xmlns:a16="http://schemas.microsoft.com/office/drawing/2014/main" id="{A76D5CC6-935B-458B-A7B0-EC34758552B1}"/>
                </a:ext>
              </a:extLst>
            </p:cNvPr>
            <p:cNvSpPr txBox="1"/>
            <p:nvPr/>
          </p:nvSpPr>
          <p:spPr>
            <a:xfrm>
              <a:off x="8069167" y="4139779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194" name="MoonLegend1" hidden="1">
              <a:extLst>
                <a:ext uri="{FF2B5EF4-FFF2-40B4-BE49-F238E27FC236}">
                  <a16:creationId xmlns:a16="http://schemas.microsoft.com/office/drawing/2014/main" id="{D885BC45-4E40-4B36-A9A0-6C3C89E52238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16535" y="2630582"/>
              <a:ext cx="228600" cy="228600"/>
              <a:chOff x="762000" y="1270000"/>
              <a:chExt cx="254000" cy="254000"/>
            </a:xfrm>
          </p:grpSpPr>
          <p:sp>
            <p:nvSpPr>
              <p:cNvPr id="225" name="Oval 224" hidden="1">
                <a:extLst>
                  <a:ext uri="{FF2B5EF4-FFF2-40B4-BE49-F238E27FC236}">
                    <a16:creationId xmlns:a16="http://schemas.microsoft.com/office/drawing/2014/main" id="{7465E184-6917-4BEE-9DDD-B1E46B45BAF2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26" name="Arc 225" hidden="1">
                <a:extLst>
                  <a:ext uri="{FF2B5EF4-FFF2-40B4-BE49-F238E27FC236}">
                    <a16:creationId xmlns:a16="http://schemas.microsoft.com/office/drawing/2014/main" id="{8EFD2813-0EF7-47DD-AB67-DE3BB4154D5A}"/>
                  </a:ext>
                </a:extLst>
              </p:cNvPr>
              <p:cNvSpPr/>
              <p:nvPr>
                <p:custDataLst>
                  <p:tags r:id="rId4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195" name="MoonLegend2" hidden="1">
              <a:extLst>
                <a:ext uri="{FF2B5EF4-FFF2-40B4-BE49-F238E27FC236}">
                  <a16:creationId xmlns:a16="http://schemas.microsoft.com/office/drawing/2014/main" id="{CCE99B46-AF53-4B27-880B-52EE58A8E1B2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16535" y="3006395"/>
              <a:ext cx="228600" cy="228600"/>
              <a:chOff x="762000" y="1270000"/>
              <a:chExt cx="254000" cy="254000"/>
            </a:xfrm>
          </p:grpSpPr>
          <p:sp>
            <p:nvSpPr>
              <p:cNvPr id="205" name="Oval 204" hidden="1">
                <a:extLst>
                  <a:ext uri="{FF2B5EF4-FFF2-40B4-BE49-F238E27FC236}">
                    <a16:creationId xmlns:a16="http://schemas.microsoft.com/office/drawing/2014/main" id="{A8E0F8D5-751C-4BC9-A7AB-A8DB561A509A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06" name="Arc 205" hidden="1">
                <a:extLst>
                  <a:ext uri="{FF2B5EF4-FFF2-40B4-BE49-F238E27FC236}">
                    <a16:creationId xmlns:a16="http://schemas.microsoft.com/office/drawing/2014/main" id="{0EB7D60A-19E9-4D3E-9ECE-D1894F34E9E7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196" name="MoonLegend3" hidden="1">
              <a:extLst>
                <a:ext uri="{FF2B5EF4-FFF2-40B4-BE49-F238E27FC236}">
                  <a16:creationId xmlns:a16="http://schemas.microsoft.com/office/drawing/2014/main" id="{0740A6F1-E3A0-4128-AF6F-3BD054B90091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16535" y="3382210"/>
              <a:ext cx="228600" cy="228600"/>
              <a:chOff x="762000" y="1270000"/>
              <a:chExt cx="254000" cy="254000"/>
            </a:xfrm>
          </p:grpSpPr>
          <p:sp>
            <p:nvSpPr>
              <p:cNvPr id="203" name="Oval 202" hidden="1">
                <a:extLst>
                  <a:ext uri="{FF2B5EF4-FFF2-40B4-BE49-F238E27FC236}">
                    <a16:creationId xmlns:a16="http://schemas.microsoft.com/office/drawing/2014/main" id="{82CD6904-A29D-479C-BF42-198AE5633213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04" name="Arc 203" hidden="1">
                <a:extLst>
                  <a:ext uri="{FF2B5EF4-FFF2-40B4-BE49-F238E27FC236}">
                    <a16:creationId xmlns:a16="http://schemas.microsoft.com/office/drawing/2014/main" id="{E785B602-ACB1-4272-A190-42AFA3B670CB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197" name="MoonLegend4" hidden="1">
              <a:extLst>
                <a:ext uri="{FF2B5EF4-FFF2-40B4-BE49-F238E27FC236}">
                  <a16:creationId xmlns:a16="http://schemas.microsoft.com/office/drawing/2014/main" id="{E786B663-85A7-4180-9433-A9275D74E2A4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16535" y="3758025"/>
              <a:ext cx="228600" cy="228600"/>
              <a:chOff x="762000" y="1270000"/>
              <a:chExt cx="254000" cy="254000"/>
            </a:xfrm>
          </p:grpSpPr>
          <p:sp>
            <p:nvSpPr>
              <p:cNvPr id="201" name="Oval 200" hidden="1">
                <a:extLst>
                  <a:ext uri="{FF2B5EF4-FFF2-40B4-BE49-F238E27FC236}">
                    <a16:creationId xmlns:a16="http://schemas.microsoft.com/office/drawing/2014/main" id="{06E75B26-BF15-41A0-AC4A-BA89D9DFD2F9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02" name="Arc 201" hidden="1">
                <a:extLst>
                  <a:ext uri="{FF2B5EF4-FFF2-40B4-BE49-F238E27FC236}">
                    <a16:creationId xmlns:a16="http://schemas.microsoft.com/office/drawing/2014/main" id="{337BD5D0-91DB-40CA-9C07-F027D7F90385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198" name="MoonLegend5" hidden="1">
              <a:extLst>
                <a:ext uri="{FF2B5EF4-FFF2-40B4-BE49-F238E27FC236}">
                  <a16:creationId xmlns:a16="http://schemas.microsoft.com/office/drawing/2014/main" id="{A492AE7A-ADB1-4170-90D4-C6520C22EC90}"/>
                </a:ext>
              </a:extLst>
            </p:cNvPr>
            <p:cNvGrpSpPr>
              <a:grpSpLocks noChangeAspect="1"/>
            </p:cNvGrpSpPr>
            <p:nvPr>
              <p:custDataLst>
                <p:tags r:id="rId30"/>
              </p:custDataLst>
            </p:nvPr>
          </p:nvGrpSpPr>
          <p:grpSpPr>
            <a:xfrm>
              <a:off x="7716535" y="4133841"/>
              <a:ext cx="228600" cy="228600"/>
              <a:chOff x="762000" y="1270000"/>
              <a:chExt cx="254000" cy="254000"/>
            </a:xfrm>
          </p:grpSpPr>
          <p:sp>
            <p:nvSpPr>
              <p:cNvPr id="199" name="Oval 198" hidden="1">
                <a:extLst>
                  <a:ext uri="{FF2B5EF4-FFF2-40B4-BE49-F238E27FC236}">
                    <a16:creationId xmlns:a16="http://schemas.microsoft.com/office/drawing/2014/main" id="{53DBD852-0E3E-4AA4-8338-1093BC6B37E3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00" name="Arc 199" hidden="1">
                <a:extLst>
                  <a:ext uri="{FF2B5EF4-FFF2-40B4-BE49-F238E27FC236}">
                    <a16:creationId xmlns:a16="http://schemas.microsoft.com/office/drawing/2014/main" id="{376D64DA-C75E-4CCB-8CF7-CD0E01F8C0A5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47272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75" r:id="rId1"/>
    <p:sldLayoutId id="2147484976" r:id="rId2"/>
    <p:sldLayoutId id="2147484977" r:id="rId3"/>
    <p:sldLayoutId id="2147484978" r:id="rId4"/>
    <p:sldLayoutId id="2147484979" r:id="rId5"/>
    <p:sldLayoutId id="2147484980" r:id="rId6"/>
    <p:sldLayoutId id="2147484981" r:id="rId7"/>
    <p:sldLayoutId id="2147484982" r:id="rId8"/>
    <p:sldLayoutId id="2147484983" r:id="rId9"/>
    <p:sldLayoutId id="2147484984" r:id="rId10"/>
    <p:sldLayoutId id="2147484985" r:id="rId11"/>
    <p:sldLayoutId id="2147484986" r:id="rId12"/>
    <p:sldLayoutId id="2147484987" r:id="rId13"/>
    <p:sldLayoutId id="2147484988" r:id="rId14"/>
    <p:sldLayoutId id="2147484989" r:id="rId15"/>
    <p:sldLayoutId id="2147484990" r:id="rId16"/>
    <p:sldLayoutId id="2147484991" r:id="rId17"/>
    <p:sldLayoutId id="2147484992" r:id="rId18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30396" indent="-226796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442793" indent="-215997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597590" indent="-1511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817187" indent="-1475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816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2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29433289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72" name="think-cell Slide" r:id="rId40" imgW="413" imgH="416" progId="TCLayout.ActiveDocument.1">
                  <p:embed/>
                </p:oleObj>
              </mc:Choice>
              <mc:Fallback>
                <p:oleObj name="think-cell Slide" r:id="rId4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5B28737-798E-48D4-BBDB-8EB35CB9FFFB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0" i="0" baseline="0" dirty="0">
              <a:solidFill>
                <a:schemeClr val="bg1"/>
              </a:solidFill>
              <a:latin typeface="Sakkal Majalla" panose="02000000000000000000" pitchFamily="2" charset="-78"/>
              <a:ea typeface="+mj-ea"/>
              <a:cs typeface="+mj-cs"/>
              <a:sym typeface="Sakkal Majalla" panose="02000000000000000000" pitchFamily="2" charset="-78"/>
            </a:endParaRP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554736" y="519011"/>
            <a:ext cx="11082528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/>
        </p:nvSpPr>
        <p:spPr>
          <a:xfrm>
            <a:off x="554736" y="1229254"/>
            <a:ext cx="27411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 lvl="0"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/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6003925" y="2170800"/>
            <a:ext cx="1559722" cy="46166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b="1" dirty="0">
                <a:solidFill>
                  <a:srgbClr val="007A3C"/>
                </a:solidFill>
              </a:rPr>
              <a:t>Above Chart Exhibit Title</a:t>
            </a:r>
            <a:br>
              <a:rPr lang="en-US" b="1" dirty="0">
                <a:solidFill>
                  <a:srgbClr val="007A3C"/>
                </a:solidFill>
              </a:rPr>
            </a:br>
            <a:r>
              <a:rPr lang="en-US" sz="1400" dirty="0"/>
              <a:t>Unit of Measure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H="1">
            <a:off x="554735" y="2170800"/>
            <a:ext cx="1907397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C4CAAEB5-D1DC-4B91-8EA8-6D4351D43002}"/>
              </a:ext>
            </a:extLst>
          </p:cNvPr>
          <p:cNvCxnSpPr>
            <a:cxnSpLocks/>
          </p:cNvCxnSpPr>
          <p:nvPr/>
        </p:nvCxnSpPr>
        <p:spPr bwMode="ltGray">
          <a:xfrm>
            <a:off x="0" y="928950"/>
            <a:ext cx="5038492" cy="0"/>
          </a:xfrm>
          <a:prstGeom prst="line">
            <a:avLst/>
          </a:prstGeom>
          <a:ln w="19050" cap="flat">
            <a:solidFill>
              <a:srgbClr val="C5A46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0" name="Picture 149">
            <a:extLst>
              <a:ext uri="{FF2B5EF4-FFF2-40B4-BE49-F238E27FC236}">
                <a16:creationId xmlns:a16="http://schemas.microsoft.com/office/drawing/2014/main" id="{4EA2E31F-2E15-4E48-B0A0-3CBB8B9A91C2}"/>
              </a:ext>
            </a:extLst>
          </p:cNvPr>
          <p:cNvPicPr>
            <a:picLocks noChangeAspect="1"/>
          </p:cNvPicPr>
          <p:nvPr/>
        </p:nvPicPr>
        <p:blipFill>
          <a:blip r:embed="rId4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ltGray">
          <a:xfrm>
            <a:off x="554735" y="6455415"/>
            <a:ext cx="1671151" cy="293623"/>
          </a:xfrm>
          <a:prstGeom prst="rect">
            <a:avLst/>
          </a:prstGeom>
        </p:spPr>
      </p:pic>
      <p:grpSp>
        <p:nvGrpSpPr>
          <p:cNvPr id="148" name="LegendLines" hidden="1">
            <a:extLst>
              <a:ext uri="{FF2B5EF4-FFF2-40B4-BE49-F238E27FC236}">
                <a16:creationId xmlns:a16="http://schemas.microsoft.com/office/drawing/2014/main" id="{B25BBA9B-8770-4489-9F6C-9901C3CA236A}"/>
              </a:ext>
            </a:extLst>
          </p:cNvPr>
          <p:cNvGrpSpPr/>
          <p:nvPr/>
        </p:nvGrpSpPr>
        <p:grpSpPr>
          <a:xfrm>
            <a:off x="10516084" y="3150223"/>
            <a:ext cx="1124394" cy="958286"/>
            <a:chOff x="10162879" y="3243772"/>
            <a:chExt cx="1124394" cy="958286"/>
          </a:xfrm>
        </p:grpSpPr>
        <p:sp>
          <p:nvSpPr>
            <p:cNvPr id="151" name="Legend1" hidden="1">
              <a:extLst>
                <a:ext uri="{FF2B5EF4-FFF2-40B4-BE49-F238E27FC236}">
                  <a16:creationId xmlns:a16="http://schemas.microsoft.com/office/drawing/2014/main" id="{AB7DAEA0-A790-4F39-BE3D-2A17CCBCFE1D}"/>
                </a:ext>
              </a:extLst>
            </p:cNvPr>
            <p:cNvSpPr txBox="1"/>
            <p:nvPr/>
          </p:nvSpPr>
          <p:spPr>
            <a:xfrm>
              <a:off x="10886522" y="3243772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2" hidden="1">
              <a:extLst>
                <a:ext uri="{FF2B5EF4-FFF2-40B4-BE49-F238E27FC236}">
                  <a16:creationId xmlns:a16="http://schemas.microsoft.com/office/drawing/2014/main" id="{935112B2-58A0-47A7-BD4A-70858EB7EC70}"/>
                </a:ext>
              </a:extLst>
            </p:cNvPr>
            <p:cNvSpPr txBox="1"/>
            <p:nvPr/>
          </p:nvSpPr>
          <p:spPr>
            <a:xfrm>
              <a:off x="10886522" y="3615193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3" hidden="1">
              <a:extLst>
                <a:ext uri="{FF2B5EF4-FFF2-40B4-BE49-F238E27FC236}">
                  <a16:creationId xmlns:a16="http://schemas.microsoft.com/office/drawing/2014/main" id="{2ADF68B3-D8B6-44EF-942F-0FB6881A7831}"/>
                </a:ext>
              </a:extLst>
            </p:cNvPr>
            <p:cNvSpPr txBox="1"/>
            <p:nvPr/>
          </p:nvSpPr>
          <p:spPr>
            <a:xfrm>
              <a:off x="10886522" y="3986614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4" name="LineLegend3" hidden="1">
              <a:extLst>
                <a:ext uri="{FF2B5EF4-FFF2-40B4-BE49-F238E27FC236}">
                  <a16:creationId xmlns:a16="http://schemas.microsoft.com/office/drawing/2014/main" id="{433CFB8A-C0C0-4C00-B898-931C2590871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400" baseline="0" dirty="0">
                <a:ea typeface="+mn-ea"/>
              </a:endParaRPr>
            </a:p>
          </p:txBody>
        </p:sp>
        <p:sp>
          <p:nvSpPr>
            <p:cNvPr id="155" name="LineLegend2" hidden="1">
              <a:extLst>
                <a:ext uri="{FF2B5EF4-FFF2-40B4-BE49-F238E27FC236}">
                  <a16:creationId xmlns:a16="http://schemas.microsoft.com/office/drawing/2014/main" id="{59A1E97A-8FC3-4973-A027-3A3B4A64C62F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400" baseline="0" dirty="0">
                <a:ea typeface="+mn-ea"/>
              </a:endParaRPr>
            </a:p>
          </p:txBody>
        </p:sp>
        <p:sp>
          <p:nvSpPr>
            <p:cNvPr id="156" name="LineLegend1" hidden="1">
              <a:extLst>
                <a:ext uri="{FF2B5EF4-FFF2-40B4-BE49-F238E27FC236}">
                  <a16:creationId xmlns:a16="http://schemas.microsoft.com/office/drawing/2014/main" id="{7796DF57-9F2A-44B1-96C4-65133F8D2FCC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400" baseline="0" dirty="0">
                <a:ea typeface="+mn-ea"/>
              </a:endParaRPr>
            </a:p>
          </p:txBody>
        </p:sp>
      </p:grpSp>
      <p:grpSp>
        <p:nvGrpSpPr>
          <p:cNvPr id="157" name="LegendMoons" hidden="1">
            <a:extLst>
              <a:ext uri="{FF2B5EF4-FFF2-40B4-BE49-F238E27FC236}">
                <a16:creationId xmlns:a16="http://schemas.microsoft.com/office/drawing/2014/main" id="{6B9DE31F-5A1D-44A0-802C-792234950072}"/>
              </a:ext>
            </a:extLst>
          </p:cNvPr>
          <p:cNvGrpSpPr/>
          <p:nvPr/>
        </p:nvGrpSpPr>
        <p:grpSpPr>
          <a:xfrm>
            <a:off x="10887095" y="1145373"/>
            <a:ext cx="753383" cy="1731859"/>
            <a:chOff x="7723680" y="1702457"/>
            <a:chExt cx="753383" cy="1731859"/>
          </a:xfrm>
        </p:grpSpPr>
        <p:sp>
          <p:nvSpPr>
            <p:cNvPr id="158" name="Legend1" hidden="1">
              <a:extLst>
                <a:ext uri="{FF2B5EF4-FFF2-40B4-BE49-F238E27FC236}">
                  <a16:creationId xmlns:a16="http://schemas.microsoft.com/office/drawing/2014/main" id="{BC71F642-4ADF-4FE0-87B5-F61604E03DF0}"/>
                </a:ext>
              </a:extLst>
            </p:cNvPr>
            <p:cNvSpPr txBox="1"/>
            <p:nvPr/>
          </p:nvSpPr>
          <p:spPr>
            <a:xfrm>
              <a:off x="8076312" y="1709816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9" name="Legend2" hidden="1">
              <a:extLst>
                <a:ext uri="{FF2B5EF4-FFF2-40B4-BE49-F238E27FC236}">
                  <a16:creationId xmlns:a16="http://schemas.microsoft.com/office/drawing/2014/main" id="{1E4F8828-03FD-47E3-A2A2-793B69CDA4DE}"/>
                </a:ext>
              </a:extLst>
            </p:cNvPr>
            <p:cNvSpPr txBox="1"/>
            <p:nvPr/>
          </p:nvSpPr>
          <p:spPr>
            <a:xfrm>
              <a:off x="8076312" y="2085275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60" name="Legend3" hidden="1">
              <a:extLst>
                <a:ext uri="{FF2B5EF4-FFF2-40B4-BE49-F238E27FC236}">
                  <a16:creationId xmlns:a16="http://schemas.microsoft.com/office/drawing/2014/main" id="{9DD21808-D7D5-4E48-B00F-C1E7070AD922}"/>
                </a:ext>
              </a:extLst>
            </p:cNvPr>
            <p:cNvSpPr txBox="1"/>
            <p:nvPr/>
          </p:nvSpPr>
          <p:spPr>
            <a:xfrm>
              <a:off x="8076312" y="2460734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61" name="Legend4" hidden="1">
              <a:extLst>
                <a:ext uri="{FF2B5EF4-FFF2-40B4-BE49-F238E27FC236}">
                  <a16:creationId xmlns:a16="http://schemas.microsoft.com/office/drawing/2014/main" id="{56371DBB-65D1-4FEB-A46F-98F6A0A54EC7}"/>
                </a:ext>
              </a:extLst>
            </p:cNvPr>
            <p:cNvSpPr txBox="1"/>
            <p:nvPr/>
          </p:nvSpPr>
          <p:spPr>
            <a:xfrm>
              <a:off x="8076312" y="2836193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62" name="Legend5" hidden="1">
              <a:extLst>
                <a:ext uri="{FF2B5EF4-FFF2-40B4-BE49-F238E27FC236}">
                  <a16:creationId xmlns:a16="http://schemas.microsoft.com/office/drawing/2014/main" id="{515FE3DB-FBC8-4877-B5FD-7D8303A3B3B6}"/>
                </a:ext>
              </a:extLst>
            </p:cNvPr>
            <p:cNvSpPr txBox="1"/>
            <p:nvPr/>
          </p:nvSpPr>
          <p:spPr>
            <a:xfrm>
              <a:off x="8076312" y="3211654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63" name="MoonLegend1" hidden="1">
              <a:extLst>
                <a:ext uri="{FF2B5EF4-FFF2-40B4-BE49-F238E27FC236}">
                  <a16:creationId xmlns:a16="http://schemas.microsoft.com/office/drawing/2014/main" id="{2C3001C0-479E-417C-AC60-172524700EA9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87" name="Oval 186" hidden="1">
                <a:extLst>
                  <a:ext uri="{FF2B5EF4-FFF2-40B4-BE49-F238E27FC236}">
                    <a16:creationId xmlns:a16="http://schemas.microsoft.com/office/drawing/2014/main" id="{6DE0CD78-9F6E-454B-8C49-CB98F082574B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8" name="Arc 187" hidden="1">
                <a:extLst>
                  <a:ext uri="{FF2B5EF4-FFF2-40B4-BE49-F238E27FC236}">
                    <a16:creationId xmlns:a16="http://schemas.microsoft.com/office/drawing/2014/main" id="{9B2DFE80-F375-4DDA-85D1-096B68B0EB65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  <p:grpSp>
          <p:nvGrpSpPr>
            <p:cNvPr id="164" name="MoonLegend2" hidden="1">
              <a:extLst>
                <a:ext uri="{FF2B5EF4-FFF2-40B4-BE49-F238E27FC236}">
                  <a16:creationId xmlns:a16="http://schemas.microsoft.com/office/drawing/2014/main" id="{39A95644-ED5F-4238-A6CC-25BA6612C6DF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84" name="Oval 183" hidden="1">
                <a:extLst>
                  <a:ext uri="{FF2B5EF4-FFF2-40B4-BE49-F238E27FC236}">
                    <a16:creationId xmlns:a16="http://schemas.microsoft.com/office/drawing/2014/main" id="{CBCE7095-F5CB-4030-A78D-5870B30A1026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5" name="Arc 184" hidden="1">
                <a:extLst>
                  <a:ext uri="{FF2B5EF4-FFF2-40B4-BE49-F238E27FC236}">
                    <a16:creationId xmlns:a16="http://schemas.microsoft.com/office/drawing/2014/main" id="{1690BD9B-5383-4F63-AFC3-BAE1A31AE4BD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  <p:grpSp>
          <p:nvGrpSpPr>
            <p:cNvPr id="165" name="MoonLegend3" hidden="1">
              <a:extLst>
                <a:ext uri="{FF2B5EF4-FFF2-40B4-BE49-F238E27FC236}">
                  <a16:creationId xmlns:a16="http://schemas.microsoft.com/office/drawing/2014/main" id="{79F53EA5-0D07-4AD4-869C-848AC1E214DD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82" name="Oval 181" hidden="1">
                <a:extLst>
                  <a:ext uri="{FF2B5EF4-FFF2-40B4-BE49-F238E27FC236}">
                    <a16:creationId xmlns:a16="http://schemas.microsoft.com/office/drawing/2014/main" id="{5DB749D8-2B6A-401E-BD7F-0F6BA6068564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3" name="Arc 182" hidden="1">
                <a:extLst>
                  <a:ext uri="{FF2B5EF4-FFF2-40B4-BE49-F238E27FC236}">
                    <a16:creationId xmlns:a16="http://schemas.microsoft.com/office/drawing/2014/main" id="{3D17C137-76DE-4DC9-9275-B3041CD943A6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  <p:grpSp>
          <p:nvGrpSpPr>
            <p:cNvPr id="166" name="MoonLegend4" hidden="1">
              <a:extLst>
                <a:ext uri="{FF2B5EF4-FFF2-40B4-BE49-F238E27FC236}">
                  <a16:creationId xmlns:a16="http://schemas.microsoft.com/office/drawing/2014/main" id="{F2D46CCA-987F-4C09-822C-1E338DB3247B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80" name="Oval 179" hidden="1">
                <a:extLst>
                  <a:ext uri="{FF2B5EF4-FFF2-40B4-BE49-F238E27FC236}">
                    <a16:creationId xmlns:a16="http://schemas.microsoft.com/office/drawing/2014/main" id="{2E5CE39F-9EEE-4B70-BE3D-F558FC8F115E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1" name="Arc 180" hidden="1">
                <a:extLst>
                  <a:ext uri="{FF2B5EF4-FFF2-40B4-BE49-F238E27FC236}">
                    <a16:creationId xmlns:a16="http://schemas.microsoft.com/office/drawing/2014/main" id="{1F4CAA0A-1B70-4760-B591-2F5686E5B957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  <p:grpSp>
          <p:nvGrpSpPr>
            <p:cNvPr id="167" name="MoonLegend5" hidden="1">
              <a:extLst>
                <a:ext uri="{FF2B5EF4-FFF2-40B4-BE49-F238E27FC236}">
                  <a16:creationId xmlns:a16="http://schemas.microsoft.com/office/drawing/2014/main" id="{CC8D92E7-C21C-4C26-9B1F-41002AEC1B70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68" name="Oval 167" hidden="1">
                <a:extLst>
                  <a:ext uri="{FF2B5EF4-FFF2-40B4-BE49-F238E27FC236}">
                    <a16:creationId xmlns:a16="http://schemas.microsoft.com/office/drawing/2014/main" id="{6E7FE368-AA6C-440B-BCD8-29CC7A6AAA84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9" name="Arc 178" hidden="1">
                <a:extLst>
                  <a:ext uri="{FF2B5EF4-FFF2-40B4-BE49-F238E27FC236}">
                    <a16:creationId xmlns:a16="http://schemas.microsoft.com/office/drawing/2014/main" id="{9FCC6F5F-811C-47FC-83BC-5EC0CDD6F4DD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</p:grpSp>
      <p:grpSp>
        <p:nvGrpSpPr>
          <p:cNvPr id="189" name="LegendBoxes" hidden="1">
            <a:extLst>
              <a:ext uri="{FF2B5EF4-FFF2-40B4-BE49-F238E27FC236}">
                <a16:creationId xmlns:a16="http://schemas.microsoft.com/office/drawing/2014/main" id="{38F5855E-FE93-4D76-9514-88EFE3A2DE6A}"/>
              </a:ext>
            </a:extLst>
          </p:cNvPr>
          <p:cNvGrpSpPr/>
          <p:nvPr/>
        </p:nvGrpSpPr>
        <p:grpSpPr>
          <a:xfrm>
            <a:off x="10913581" y="4381500"/>
            <a:ext cx="726897" cy="1717282"/>
            <a:chOff x="10652400" y="4322824"/>
            <a:chExt cx="726897" cy="1717282"/>
          </a:xfrm>
        </p:grpSpPr>
        <p:sp>
          <p:nvSpPr>
            <p:cNvPr id="190" name="RectangleLegend1" hidden="1">
              <a:extLst>
                <a:ext uri="{FF2B5EF4-FFF2-40B4-BE49-F238E27FC236}">
                  <a16:creationId xmlns:a16="http://schemas.microsoft.com/office/drawing/2014/main" id="{155FBF39-E338-46FB-94BB-7C2A2AC64DCA}"/>
                </a:ext>
              </a:extLst>
            </p:cNvPr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2" hidden="1">
              <a:extLst>
                <a:ext uri="{FF2B5EF4-FFF2-40B4-BE49-F238E27FC236}">
                  <a16:creationId xmlns:a16="http://schemas.microsoft.com/office/drawing/2014/main" id="{1A7C11CF-229C-4257-A0F4-486C976D7C63}"/>
                </a:ext>
              </a:extLst>
            </p:cNvPr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3" hidden="1">
              <a:extLst>
                <a:ext uri="{FF2B5EF4-FFF2-40B4-BE49-F238E27FC236}">
                  <a16:creationId xmlns:a16="http://schemas.microsoft.com/office/drawing/2014/main" id="{BD07A07C-D5C0-4338-86F6-239BBC3B1826}"/>
                </a:ext>
              </a:extLst>
            </p:cNvPr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RectangleLegend4" hidden="1">
              <a:extLst>
                <a:ext uri="{FF2B5EF4-FFF2-40B4-BE49-F238E27FC236}">
                  <a16:creationId xmlns:a16="http://schemas.microsoft.com/office/drawing/2014/main" id="{066FBB00-78E5-4324-B4F6-A1C522920320}"/>
                </a:ext>
              </a:extLst>
            </p:cNvPr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4" name="RectangleLegend5" hidden="1">
              <a:extLst>
                <a:ext uri="{FF2B5EF4-FFF2-40B4-BE49-F238E27FC236}">
                  <a16:creationId xmlns:a16="http://schemas.microsoft.com/office/drawing/2014/main" id="{D46668A8-4562-476B-96CC-6BEA0B145107}"/>
                </a:ext>
              </a:extLst>
            </p:cNvPr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5" name="Legend1" hidden="1">
              <a:extLst>
                <a:ext uri="{FF2B5EF4-FFF2-40B4-BE49-F238E27FC236}">
                  <a16:creationId xmlns:a16="http://schemas.microsoft.com/office/drawing/2014/main" id="{0E77D20A-FCC5-40B5-AC4D-8A5C1A1EE0F6}"/>
                </a:ext>
              </a:extLst>
            </p:cNvPr>
            <p:cNvSpPr txBox="1"/>
            <p:nvPr/>
          </p:nvSpPr>
          <p:spPr>
            <a:xfrm>
              <a:off x="10978546" y="4322824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2" hidden="1">
              <a:extLst>
                <a:ext uri="{FF2B5EF4-FFF2-40B4-BE49-F238E27FC236}">
                  <a16:creationId xmlns:a16="http://schemas.microsoft.com/office/drawing/2014/main" id="{50247E43-C849-4947-9B5B-FF9909A921E5}"/>
                </a:ext>
              </a:extLst>
            </p:cNvPr>
            <p:cNvSpPr txBox="1"/>
            <p:nvPr/>
          </p:nvSpPr>
          <p:spPr>
            <a:xfrm>
              <a:off x="10978546" y="4702322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3" hidden="1">
              <a:extLst>
                <a:ext uri="{FF2B5EF4-FFF2-40B4-BE49-F238E27FC236}">
                  <a16:creationId xmlns:a16="http://schemas.microsoft.com/office/drawing/2014/main" id="{76D12DBD-A21A-4195-91DD-F47547C124A7}"/>
                </a:ext>
              </a:extLst>
            </p:cNvPr>
            <p:cNvSpPr txBox="1"/>
            <p:nvPr/>
          </p:nvSpPr>
          <p:spPr>
            <a:xfrm>
              <a:off x="10978546" y="5081820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227" name="Legend4" hidden="1">
              <a:extLst>
                <a:ext uri="{FF2B5EF4-FFF2-40B4-BE49-F238E27FC236}">
                  <a16:creationId xmlns:a16="http://schemas.microsoft.com/office/drawing/2014/main" id="{6083359C-D53C-4E59-986E-8A462D9DBE08}"/>
                </a:ext>
              </a:extLst>
            </p:cNvPr>
            <p:cNvSpPr txBox="1"/>
            <p:nvPr/>
          </p:nvSpPr>
          <p:spPr>
            <a:xfrm>
              <a:off x="10978546" y="5453241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228" name="Legend5" hidden="1">
              <a:extLst>
                <a:ext uri="{FF2B5EF4-FFF2-40B4-BE49-F238E27FC236}">
                  <a16:creationId xmlns:a16="http://schemas.microsoft.com/office/drawing/2014/main" id="{A53A352B-86BE-4E98-AA48-B6B3D2CA5344}"/>
                </a:ext>
              </a:extLst>
            </p:cNvPr>
            <p:cNvSpPr txBox="1"/>
            <p:nvPr/>
          </p:nvSpPr>
          <p:spPr>
            <a:xfrm>
              <a:off x="10978545" y="5824662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sp>
        <p:nvSpPr>
          <p:cNvPr id="171" name="TextBox 5"/>
          <p:cNvSpPr txBox="1">
            <a:spLocks noChangeArrowheads="1"/>
          </p:cNvSpPr>
          <p:nvPr/>
        </p:nvSpPr>
        <p:spPr bwMode="gray">
          <a:xfrm>
            <a:off x="0" y="6354410"/>
            <a:ext cx="2876625" cy="503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</p:spTree>
    <p:extLst>
      <p:ext uri="{BB962C8B-B14F-4D97-AF65-F5344CB8AC3E}">
        <p14:creationId xmlns:p14="http://schemas.microsoft.com/office/powerpoint/2010/main" val="2488365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97" r:id="rId1"/>
    <p:sldLayoutId id="2147484998" r:id="rId2"/>
    <p:sldLayoutId id="2147484999" r:id="rId3"/>
    <p:sldLayoutId id="2147485000" r:id="rId4"/>
    <p:sldLayoutId id="2147485001" r:id="rId5"/>
    <p:sldLayoutId id="2147485002" r:id="rId6"/>
    <p:sldLayoutId id="2147485003" r:id="rId7"/>
    <p:sldLayoutId id="2147485004" r:id="rId8"/>
    <p:sldLayoutId id="2147485005" r:id="rId9"/>
    <p:sldLayoutId id="2147485006" r:id="rId10"/>
    <p:sldLayoutId id="2147485007" r:id="rId11"/>
    <p:sldLayoutId id="2147485008" r:id="rId12"/>
    <p:sldLayoutId id="2147485009" r:id="rId13"/>
    <p:sldLayoutId id="2147485010" r:id="rId14"/>
    <p:sldLayoutId id="2147485011" r:id="rId15"/>
    <p:sldLayoutId id="2147485012" r:id="rId16"/>
    <p:sldLayoutId id="2147485015" r:id="rId1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rgbClr val="007A3C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rgbClr val="007A3C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38912" indent="-210312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rgbClr val="007A3C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5544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rgbClr val="007A3C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813816" indent="-146304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rgbClr val="007A3C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40B17A4-151A-442A-85BB-61D97FD47CDC}"/>
              </a:ext>
            </a:extLst>
          </p:cNvPr>
          <p:cNvGraphicFramePr>
            <a:graphicFrameLocks noChangeAspect="1"/>
          </p:cNvGraphicFramePr>
          <p:nvPr>
            <p:custDataLst>
              <p:tags r:id="rId21"/>
            </p:custDataLst>
            <p:extLst>
              <p:ext uri="{D42A27DB-BD31-4B8C-83A1-F6EECF244321}">
                <p14:modId xmlns:p14="http://schemas.microsoft.com/office/powerpoint/2010/main" val="36375320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80" name="think-cell Slide" r:id="rId42" imgW="592" imgH="591" progId="TCLayout.ActiveDocument.1">
                  <p:embed/>
                </p:oleObj>
              </mc:Choice>
              <mc:Fallback>
                <p:oleObj name="think-cell Slide" r:id="rId42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40B17A4-151A-442A-85BB-61D97FD47C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3399E7-290D-4CE6-AA08-2DA0CF307E1C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0" i="0" baseline="0" dirty="0">
              <a:solidFill>
                <a:schemeClr val="bg1"/>
              </a:solidFill>
              <a:latin typeface="Sakkal Majalla" panose="02000000000000000000" pitchFamily="2" charset="-78"/>
              <a:ea typeface="+mj-ea"/>
              <a:cs typeface="+mj-cs"/>
              <a:sym typeface="Sakkal Majalla" panose="02000000000000000000" pitchFamily="2" charset="-78"/>
            </a:endParaRPr>
          </a:p>
        </p:txBody>
      </p:sp>
      <p:sp>
        <p:nvSpPr>
          <p:cNvPr id="53" name="2. Slide Title">
            <a:extLst>
              <a:ext uri="{FF2B5EF4-FFF2-40B4-BE49-F238E27FC236}">
                <a16:creationId xmlns:a16="http://schemas.microsoft.com/office/drawing/2014/main" id="{7C8D601E-A2E1-4979-AE83-B694B9829662}"/>
              </a:ext>
            </a:extLst>
          </p:cNvPr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554736" y="519011"/>
            <a:ext cx="11082528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grpSp>
        <p:nvGrpSpPr>
          <p:cNvPr id="55" name="Grid" hidden="1">
            <a:extLst>
              <a:ext uri="{FF2B5EF4-FFF2-40B4-BE49-F238E27FC236}">
                <a16:creationId xmlns:a16="http://schemas.microsoft.com/office/drawing/2014/main" id="{DEFB2FD9-7CD8-4FAE-9553-EBB1883173D8}"/>
              </a:ext>
            </a:extLst>
          </p:cNvPr>
          <p:cNvGrpSpPr/>
          <p:nvPr>
            <p:custDataLst>
              <p:tags r:id="rId24"/>
            </p:custDataLst>
          </p:nvPr>
        </p:nvGrpSpPr>
        <p:grpSpPr>
          <a:xfrm>
            <a:off x="1524" y="0"/>
            <a:ext cx="12190476" cy="6858000"/>
            <a:chOff x="0" y="0"/>
            <a:chExt cx="12190476" cy="6858000"/>
          </a:xfrm>
        </p:grpSpPr>
        <p:sp>
          <p:nvSpPr>
            <p:cNvPr id="56" name="slide margin">
              <a:extLst>
                <a:ext uri="{FF2B5EF4-FFF2-40B4-BE49-F238E27FC236}">
                  <a16:creationId xmlns:a16="http://schemas.microsoft.com/office/drawing/2014/main" id="{38DD344F-AD20-46A3-A11B-2D82C3344FEC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C7601CF-5E5B-457D-847F-427610DA2FB7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31F3C21-0066-454F-858F-CF8DE7C15746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2C2F96-141D-4584-8AFC-7B03AC967AD5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FFAB406-01C7-4D16-B756-95AABF69356F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C0947A7-511E-40BC-89AC-7FB57EB8253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E13BF7D-FE79-4AD9-BD1E-86E33F888F0B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39CD20B4-6A15-49A2-A59E-FCCFB641E09C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88C9107F-AE78-4984-826C-0B2406DAF134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34F056F-D81A-4196-9B3A-AE8FD5591CB2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4C1E84A-C73C-43D4-BA3C-8DBC74530EF8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E85AE8D-58C3-4AA0-B6F0-E5B277CA7900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7C36F9C0-4B83-4C02-9FB8-FE87C7414EE2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3B3485C-D98D-4843-9430-BAB5037871BA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4711F5E-C124-4817-92AB-CA50490512E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287B4A93-F9FF-464C-9429-7F0508C752D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F30BD8E3-A9FF-4CAF-AFCE-78BAF967AB1A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8DFD3D7-8227-4BAE-92E3-7A8D1D9D120B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B1BDBD63-521E-429E-88F1-146A189AC445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0B0088A-AB05-469E-9D5A-008850E9B532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9BCFA35-14ED-4686-918B-E003CB0183E0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2C9479A-9B75-4DAD-BD6F-ACA06F40053D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0E502045-AFEE-46BD-82EF-7FDCA210A972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8331B978-23AB-4D1C-BDEB-D3F9BEDAA2DB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B5C2958A-8756-4F5D-9D2E-8609AF3FE7F3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05E51A7-0B73-4EDC-8853-4C4885C3CD12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55BB02-C70B-4783-95E3-349A9749DE81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F414889-E577-40C3-8CDF-DA20200FC4BB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0578B73-0DC8-40FE-8A21-280C0818D286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A3EAB8C-6F2A-4487-A2BB-0984642F92BD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07D70175-6613-45BC-AF43-015C72F13A7B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B942F25-6CDB-4981-97B7-D7BDEBE5ADF5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01315AFB-F00B-4517-B2CA-2588A030EFF4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2EAC9B8-160B-4F7F-8029-F358F771D704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42671AAA-F5BF-4B8E-9B20-12F8E97A3021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3FB4F88-2E32-42AF-931D-73EEE391186B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4A1769F-CE92-4633-87B1-DDCB8F121456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4B597847-9D21-4E79-A3C1-CD09A72ED17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A4475F4C-A18C-4D1A-BA57-171FB0889ED5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B668352-A3AB-4B2E-9A58-3447022124C4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7FB43971-E513-473C-A51D-9EE94E61083C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45DF1BF3-81AD-4891-9BB0-2F7A0C9D4E46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00BDB8E3-D6DD-4760-8A19-73C078A70F87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CF12D775-122F-40DE-9D53-9EE07EEAA8F5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D2CAD56-BA05-4C75-8034-7BE3F452236F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790E0245-1DD4-47DE-874E-81EEEC5BC8F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1CFFCCA0-3335-4A1D-ABE0-05033DB06A2E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F4D72CB9-C1AD-44DE-9701-7AC2B6FF96CE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889B3321-C5E9-4805-BC66-EA0432C4C15B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7ACEEB3E-3F13-47FD-9363-059ECF85CA24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373AB56B-1DBC-4E4B-A722-E8BD0ECD1B41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7406E6C7-24A3-4B83-8726-B30607709EF5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ABF470C1-8F17-46A7-9CF6-68959FCC27C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BDFB440D-CD6D-4896-879A-A739507A9DA0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213BC5EF-1845-45CB-A034-F5C2FECB524D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52206814-DAB9-4959-9312-D81139D2AED1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863072DF-59FF-4A0A-BAA0-5A11E1D2E4E3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8A4BE5F7-9CDA-49D9-BFEC-F2B196770FC3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CC5C0C16-0A28-498B-9C6F-5032271897D0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91131945-8EE6-4545-BF8A-AF353687BEB3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75DD299-052D-4F8E-A9FE-D093F95B0FF2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58EBC29A-6A7B-40D5-897C-5DEEBEE6A4B2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C66B5FDD-F1EC-4F2C-B392-BC178AD8DA90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D93E83BE-872E-48AC-9FFE-A9F5597742DF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D9D1C528-2748-4906-ABB1-D32D60EC43E0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6982271F-16E6-4B46-8B36-C850AA36014C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8A678F6B-D7A6-4C5F-A60A-68F375965733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B1F16AAE-3D56-49D9-B1F8-CF0D668C4625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46BA71-43F2-4516-96BC-46C1F7150D1F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6B2820DA-E0D5-407B-9227-F00335F2855C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A6A61357-206A-4A6B-82AD-45174279B301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6FD4E7D7-1920-4CDF-8C8E-2C8843C3234E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B6B52954-99B2-4CA1-BC58-BC2CE3144C2E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A58B8F17-F2CF-4C8B-9384-4763AEB46266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BF4D57F3-3690-4C8F-9DD3-6514140E8449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F1248E6-58FC-4800-A342-F266640388C0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9B8011EA-A67B-4792-899C-6F30861FB41B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4E187538-C1B6-4AB3-9E92-1CBE573E39EA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F725F436-5B17-4F6D-B174-9FD6324175C9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3DD99996-2943-48E4-B56E-D3F05FDFEC4F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E8B8D663-5E52-4EA2-8D3F-41F6121FAE3C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11F6EC2A-C5C1-4266-92CE-81F84B827556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main body box">
              <a:extLst>
                <a:ext uri="{FF2B5EF4-FFF2-40B4-BE49-F238E27FC236}">
                  <a16:creationId xmlns:a16="http://schemas.microsoft.com/office/drawing/2014/main" id="{B218B8DC-43D2-4BF0-8019-414A6C978B5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F8A6CBCB-2578-43F1-B7A4-69F595E6E013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62E19C48-49CD-490C-82AF-6A807F4A91F8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145" name="4. Footnote" hidden="1">
            <a:extLst>
              <a:ext uri="{FF2B5EF4-FFF2-40B4-BE49-F238E27FC236}">
                <a16:creationId xmlns:a16="http://schemas.microsoft.com/office/drawing/2014/main" id="{56E3DC21-21DB-42FE-8721-1BC0E89F13AE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176" name="Sticker" hidden="1">
            <a:extLst>
              <a:ext uri="{FF2B5EF4-FFF2-40B4-BE49-F238E27FC236}">
                <a16:creationId xmlns:a16="http://schemas.microsoft.com/office/drawing/2014/main" id="{F05F3D84-B1F2-4969-91DD-7BB0F78A4159}"/>
              </a:ext>
            </a:extLst>
          </p:cNvPr>
          <p:cNvSpPr txBox="1"/>
          <p:nvPr/>
        </p:nvSpPr>
        <p:spPr>
          <a:xfrm>
            <a:off x="554736" y="1229254"/>
            <a:ext cx="27411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 lvl="0"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/>
              <a:t>STICKER</a:t>
            </a:r>
          </a:p>
        </p:txBody>
      </p:sp>
      <p:sp>
        <p:nvSpPr>
          <p:cNvPr id="207" name="ACET" hidden="1">
            <a:extLst>
              <a:ext uri="{FF2B5EF4-FFF2-40B4-BE49-F238E27FC236}">
                <a16:creationId xmlns:a16="http://schemas.microsoft.com/office/drawing/2014/main" id="{9C1AB688-8E46-4BED-871D-3FE073C183F2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6003924" y="2170800"/>
            <a:ext cx="1559722" cy="46166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Above Chart Exhibit Title</a:t>
            </a:r>
            <a:br>
              <a:rPr lang="en-US" dirty="0"/>
            </a:br>
            <a:r>
              <a:rPr lang="en-US" sz="1400" b="0" dirty="0"/>
              <a:t>Unit of Measure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A8BC65-10CC-4404-9B17-2797DDA47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H="1">
            <a:off x="554736" y="2170800"/>
            <a:ext cx="2009869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1BAE8FC-ABBD-4F1E-A2E0-8945B65CD67E}"/>
              </a:ext>
            </a:extLst>
          </p:cNvPr>
          <p:cNvCxnSpPr>
            <a:cxnSpLocks/>
          </p:cNvCxnSpPr>
          <p:nvPr/>
        </p:nvCxnSpPr>
        <p:spPr bwMode="ltGray">
          <a:xfrm>
            <a:off x="0" y="928950"/>
            <a:ext cx="5038492" cy="0"/>
          </a:xfrm>
          <a:prstGeom prst="line">
            <a:avLst/>
          </a:prstGeom>
          <a:ln w="19050" cap="flat">
            <a:solidFill>
              <a:srgbClr val="C5A46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9" name="LegendBoxes" hidden="1">
            <a:extLst>
              <a:ext uri="{FF2B5EF4-FFF2-40B4-BE49-F238E27FC236}">
                <a16:creationId xmlns:a16="http://schemas.microsoft.com/office/drawing/2014/main" id="{DE4B5E55-C75F-40AE-87D7-1A069E709A0B}"/>
              </a:ext>
            </a:extLst>
          </p:cNvPr>
          <p:cNvGrpSpPr/>
          <p:nvPr/>
        </p:nvGrpSpPr>
        <p:grpSpPr>
          <a:xfrm>
            <a:off x="10913581" y="4381500"/>
            <a:ext cx="726897" cy="1717282"/>
            <a:chOff x="10554770" y="4322824"/>
            <a:chExt cx="726897" cy="1717282"/>
          </a:xfrm>
        </p:grpSpPr>
        <p:sp>
          <p:nvSpPr>
            <p:cNvPr id="170" name="RectangleLegend1" hidden="1">
              <a:extLst>
                <a:ext uri="{FF2B5EF4-FFF2-40B4-BE49-F238E27FC236}">
                  <a16:creationId xmlns:a16="http://schemas.microsoft.com/office/drawing/2014/main" id="{C848B9B7-3C23-43F0-AF77-5305AECFD76D}"/>
                </a:ext>
              </a:extLst>
            </p:cNvPr>
            <p:cNvSpPr/>
            <p:nvPr/>
          </p:nvSpPr>
          <p:spPr>
            <a:xfrm>
              <a:off x="1055477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71" name="RectangleLegend2" hidden="1">
              <a:extLst>
                <a:ext uri="{FF2B5EF4-FFF2-40B4-BE49-F238E27FC236}">
                  <a16:creationId xmlns:a16="http://schemas.microsoft.com/office/drawing/2014/main" id="{05CFC4F3-735D-41C3-8032-14EB4EE793D9}"/>
                </a:ext>
              </a:extLst>
            </p:cNvPr>
            <p:cNvSpPr/>
            <p:nvPr/>
          </p:nvSpPr>
          <p:spPr>
            <a:xfrm>
              <a:off x="1055477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72" name="RectangleLegend3" hidden="1">
              <a:extLst>
                <a:ext uri="{FF2B5EF4-FFF2-40B4-BE49-F238E27FC236}">
                  <a16:creationId xmlns:a16="http://schemas.microsoft.com/office/drawing/2014/main" id="{94980EA2-C066-401F-A370-7FECEF07D247}"/>
                </a:ext>
              </a:extLst>
            </p:cNvPr>
            <p:cNvSpPr/>
            <p:nvPr/>
          </p:nvSpPr>
          <p:spPr>
            <a:xfrm>
              <a:off x="1055477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73" name="RectangleLegend4" hidden="1">
              <a:extLst>
                <a:ext uri="{FF2B5EF4-FFF2-40B4-BE49-F238E27FC236}">
                  <a16:creationId xmlns:a16="http://schemas.microsoft.com/office/drawing/2014/main" id="{6C44D5F9-DCBE-47E1-8EBA-B4B4DA5C574B}"/>
                </a:ext>
              </a:extLst>
            </p:cNvPr>
            <p:cNvSpPr/>
            <p:nvPr/>
          </p:nvSpPr>
          <p:spPr>
            <a:xfrm>
              <a:off x="1055477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74" name="RectangleLegend5" hidden="1">
              <a:extLst>
                <a:ext uri="{FF2B5EF4-FFF2-40B4-BE49-F238E27FC236}">
                  <a16:creationId xmlns:a16="http://schemas.microsoft.com/office/drawing/2014/main" id="{9E54FAE4-751E-4EF0-873C-3756791E352C}"/>
                </a:ext>
              </a:extLst>
            </p:cNvPr>
            <p:cNvSpPr/>
            <p:nvPr/>
          </p:nvSpPr>
          <p:spPr>
            <a:xfrm>
              <a:off x="1055477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75" name="Legend1" hidden="1">
              <a:extLst>
                <a:ext uri="{FF2B5EF4-FFF2-40B4-BE49-F238E27FC236}">
                  <a16:creationId xmlns:a16="http://schemas.microsoft.com/office/drawing/2014/main" id="{E50B00E2-4F1C-4682-89DB-194F6D5921A7}"/>
                </a:ext>
              </a:extLst>
            </p:cNvPr>
            <p:cNvSpPr txBox="1"/>
            <p:nvPr/>
          </p:nvSpPr>
          <p:spPr>
            <a:xfrm>
              <a:off x="10880916" y="4322824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7" name="Legend2" hidden="1">
              <a:extLst>
                <a:ext uri="{FF2B5EF4-FFF2-40B4-BE49-F238E27FC236}">
                  <a16:creationId xmlns:a16="http://schemas.microsoft.com/office/drawing/2014/main" id="{8B09EB51-9E19-486F-B353-124DF542C137}"/>
                </a:ext>
              </a:extLst>
            </p:cNvPr>
            <p:cNvSpPr txBox="1"/>
            <p:nvPr/>
          </p:nvSpPr>
          <p:spPr>
            <a:xfrm>
              <a:off x="10880916" y="4702322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8" name="Legend3" hidden="1">
              <a:extLst>
                <a:ext uri="{FF2B5EF4-FFF2-40B4-BE49-F238E27FC236}">
                  <a16:creationId xmlns:a16="http://schemas.microsoft.com/office/drawing/2014/main" id="{33574E7D-598E-4AED-8803-B113FF2359E2}"/>
                </a:ext>
              </a:extLst>
            </p:cNvPr>
            <p:cNvSpPr txBox="1"/>
            <p:nvPr/>
          </p:nvSpPr>
          <p:spPr>
            <a:xfrm>
              <a:off x="10880916" y="5081820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9" name="Legend4" hidden="1">
              <a:extLst>
                <a:ext uri="{FF2B5EF4-FFF2-40B4-BE49-F238E27FC236}">
                  <a16:creationId xmlns:a16="http://schemas.microsoft.com/office/drawing/2014/main" id="{9D0EC055-69E3-4DB6-8F3D-F14DF3E0B330}"/>
                </a:ext>
              </a:extLst>
            </p:cNvPr>
            <p:cNvSpPr txBox="1"/>
            <p:nvPr/>
          </p:nvSpPr>
          <p:spPr>
            <a:xfrm>
              <a:off x="10880916" y="5453241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0" name="Legend5" hidden="1">
              <a:extLst>
                <a:ext uri="{FF2B5EF4-FFF2-40B4-BE49-F238E27FC236}">
                  <a16:creationId xmlns:a16="http://schemas.microsoft.com/office/drawing/2014/main" id="{8ABD9133-516C-49BC-81CD-B66C26840747}"/>
                </a:ext>
              </a:extLst>
            </p:cNvPr>
            <p:cNvSpPr txBox="1"/>
            <p:nvPr/>
          </p:nvSpPr>
          <p:spPr>
            <a:xfrm>
              <a:off x="10880915" y="5824662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81" name="LegendLines" hidden="1">
            <a:extLst>
              <a:ext uri="{FF2B5EF4-FFF2-40B4-BE49-F238E27FC236}">
                <a16:creationId xmlns:a16="http://schemas.microsoft.com/office/drawing/2014/main" id="{E9622DC6-3BC2-40AF-9DE8-2ED2929E128B}"/>
              </a:ext>
            </a:extLst>
          </p:cNvPr>
          <p:cNvGrpSpPr/>
          <p:nvPr/>
        </p:nvGrpSpPr>
        <p:grpSpPr>
          <a:xfrm>
            <a:off x="10516084" y="3150831"/>
            <a:ext cx="1124394" cy="958286"/>
            <a:chOff x="10162879" y="3243772"/>
            <a:chExt cx="1124394" cy="958286"/>
          </a:xfrm>
        </p:grpSpPr>
        <p:sp>
          <p:nvSpPr>
            <p:cNvPr id="182" name="Legend1" hidden="1">
              <a:extLst>
                <a:ext uri="{FF2B5EF4-FFF2-40B4-BE49-F238E27FC236}">
                  <a16:creationId xmlns:a16="http://schemas.microsoft.com/office/drawing/2014/main" id="{D2A8359B-1FB2-4696-83A3-B5BDB537DC78}"/>
                </a:ext>
              </a:extLst>
            </p:cNvPr>
            <p:cNvSpPr txBox="1"/>
            <p:nvPr/>
          </p:nvSpPr>
          <p:spPr>
            <a:xfrm>
              <a:off x="10886522" y="3243772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egend2" hidden="1">
              <a:extLst>
                <a:ext uri="{FF2B5EF4-FFF2-40B4-BE49-F238E27FC236}">
                  <a16:creationId xmlns:a16="http://schemas.microsoft.com/office/drawing/2014/main" id="{4CF98F83-79EF-4108-B78A-A14FBA785BDC}"/>
                </a:ext>
              </a:extLst>
            </p:cNvPr>
            <p:cNvSpPr txBox="1"/>
            <p:nvPr/>
          </p:nvSpPr>
          <p:spPr>
            <a:xfrm>
              <a:off x="10886522" y="3615193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4" name="Legend3" hidden="1">
              <a:extLst>
                <a:ext uri="{FF2B5EF4-FFF2-40B4-BE49-F238E27FC236}">
                  <a16:creationId xmlns:a16="http://schemas.microsoft.com/office/drawing/2014/main" id="{510669CE-1942-4A36-AFA5-CAED4FA2B4DE}"/>
                </a:ext>
              </a:extLst>
            </p:cNvPr>
            <p:cNvSpPr txBox="1"/>
            <p:nvPr/>
          </p:nvSpPr>
          <p:spPr>
            <a:xfrm>
              <a:off x="10886522" y="3986614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5" name="LineLegend3" hidden="1">
              <a:extLst>
                <a:ext uri="{FF2B5EF4-FFF2-40B4-BE49-F238E27FC236}">
                  <a16:creationId xmlns:a16="http://schemas.microsoft.com/office/drawing/2014/main" id="{2BAA45CD-53C4-4E15-933B-E5F5FB8D0E6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 dirty="0">
                <a:latin typeface="+mn-lt"/>
                <a:ea typeface="+mn-ea"/>
              </a:endParaRPr>
            </a:p>
          </p:txBody>
        </p:sp>
        <p:sp>
          <p:nvSpPr>
            <p:cNvPr id="186" name="LineLegend2" hidden="1">
              <a:extLst>
                <a:ext uri="{FF2B5EF4-FFF2-40B4-BE49-F238E27FC236}">
                  <a16:creationId xmlns:a16="http://schemas.microsoft.com/office/drawing/2014/main" id="{1F7E1559-A1CC-41FB-B4C5-3FD5C256A3DD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 dirty="0">
                <a:latin typeface="+mn-lt"/>
                <a:ea typeface="+mn-ea"/>
              </a:endParaRPr>
            </a:p>
          </p:txBody>
        </p:sp>
        <p:sp>
          <p:nvSpPr>
            <p:cNvPr id="187" name="LineLegend1" hidden="1">
              <a:extLst>
                <a:ext uri="{FF2B5EF4-FFF2-40B4-BE49-F238E27FC236}">
                  <a16:creationId xmlns:a16="http://schemas.microsoft.com/office/drawing/2014/main" id="{65955D33-49AA-4CA7-97A4-3FE851B1327A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 dirty="0">
                <a:latin typeface="+mn-lt"/>
                <a:ea typeface="+mn-ea"/>
              </a:endParaRPr>
            </a:p>
          </p:txBody>
        </p:sp>
      </p:grpSp>
      <p:grpSp>
        <p:nvGrpSpPr>
          <p:cNvPr id="188" name="LegendMoons" hidden="1">
            <a:extLst>
              <a:ext uri="{FF2B5EF4-FFF2-40B4-BE49-F238E27FC236}">
                <a16:creationId xmlns:a16="http://schemas.microsoft.com/office/drawing/2014/main" id="{D42B2F02-A6E2-4536-9A07-F80412D0E28E}"/>
              </a:ext>
            </a:extLst>
          </p:cNvPr>
          <p:cNvGrpSpPr/>
          <p:nvPr/>
        </p:nvGrpSpPr>
        <p:grpSpPr>
          <a:xfrm>
            <a:off x="10887095" y="1145373"/>
            <a:ext cx="753383" cy="1731859"/>
            <a:chOff x="7716535" y="2630582"/>
            <a:chExt cx="753383" cy="1731859"/>
          </a:xfrm>
        </p:grpSpPr>
        <p:sp>
          <p:nvSpPr>
            <p:cNvPr id="189" name="Legend1" hidden="1">
              <a:extLst>
                <a:ext uri="{FF2B5EF4-FFF2-40B4-BE49-F238E27FC236}">
                  <a16:creationId xmlns:a16="http://schemas.microsoft.com/office/drawing/2014/main" id="{7E12CFA4-8A10-447E-9AA3-59E7E247AFF6}"/>
                </a:ext>
              </a:extLst>
            </p:cNvPr>
            <p:cNvSpPr txBox="1"/>
            <p:nvPr/>
          </p:nvSpPr>
          <p:spPr>
            <a:xfrm>
              <a:off x="8069167" y="2637941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0" name="Legend2" hidden="1">
              <a:extLst>
                <a:ext uri="{FF2B5EF4-FFF2-40B4-BE49-F238E27FC236}">
                  <a16:creationId xmlns:a16="http://schemas.microsoft.com/office/drawing/2014/main" id="{CE09017B-6FAE-42F9-949B-E9BB86DA0025}"/>
                </a:ext>
              </a:extLst>
            </p:cNvPr>
            <p:cNvSpPr txBox="1"/>
            <p:nvPr/>
          </p:nvSpPr>
          <p:spPr>
            <a:xfrm>
              <a:off x="8069167" y="3013400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1" name="Legend3" hidden="1">
              <a:extLst>
                <a:ext uri="{FF2B5EF4-FFF2-40B4-BE49-F238E27FC236}">
                  <a16:creationId xmlns:a16="http://schemas.microsoft.com/office/drawing/2014/main" id="{B88564B4-5819-4BC8-BEA8-D2937A2D935A}"/>
                </a:ext>
              </a:extLst>
            </p:cNvPr>
            <p:cNvSpPr txBox="1"/>
            <p:nvPr/>
          </p:nvSpPr>
          <p:spPr>
            <a:xfrm>
              <a:off x="8069167" y="3388859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2" name="Legend4" hidden="1">
              <a:extLst>
                <a:ext uri="{FF2B5EF4-FFF2-40B4-BE49-F238E27FC236}">
                  <a16:creationId xmlns:a16="http://schemas.microsoft.com/office/drawing/2014/main" id="{4CD3154C-F5B8-49E2-9BCD-868D3115F7A5}"/>
                </a:ext>
              </a:extLst>
            </p:cNvPr>
            <p:cNvSpPr txBox="1"/>
            <p:nvPr/>
          </p:nvSpPr>
          <p:spPr>
            <a:xfrm>
              <a:off x="8069167" y="3764318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3" name="Legend5" hidden="1">
              <a:extLst>
                <a:ext uri="{FF2B5EF4-FFF2-40B4-BE49-F238E27FC236}">
                  <a16:creationId xmlns:a16="http://schemas.microsoft.com/office/drawing/2014/main" id="{7D63A3CF-060D-4021-A2C7-AF794F726675}"/>
                </a:ext>
              </a:extLst>
            </p:cNvPr>
            <p:cNvSpPr txBox="1"/>
            <p:nvPr/>
          </p:nvSpPr>
          <p:spPr>
            <a:xfrm>
              <a:off x="8069167" y="4139779"/>
              <a:ext cx="40075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94" name="MoonLegend1" hidden="1">
              <a:extLst>
                <a:ext uri="{FF2B5EF4-FFF2-40B4-BE49-F238E27FC236}">
                  <a16:creationId xmlns:a16="http://schemas.microsoft.com/office/drawing/2014/main" id="{E11810BD-8E57-4A9D-B51E-3166817DD3A8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16535" y="2630582"/>
              <a:ext cx="228600" cy="228600"/>
              <a:chOff x="762000" y="1270000"/>
              <a:chExt cx="254000" cy="254000"/>
            </a:xfrm>
          </p:grpSpPr>
          <p:sp>
            <p:nvSpPr>
              <p:cNvPr id="225" name="Oval 224" hidden="1">
                <a:extLst>
                  <a:ext uri="{FF2B5EF4-FFF2-40B4-BE49-F238E27FC236}">
                    <a16:creationId xmlns:a16="http://schemas.microsoft.com/office/drawing/2014/main" id="{F27DB17F-3C5B-4147-8EF1-BE4263551077}"/>
                  </a:ext>
                </a:extLst>
              </p:cNvPr>
              <p:cNvSpPr/>
              <p:nvPr>
                <p:custDataLst>
                  <p:tags r:id="rId4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6" name="Arc 225" hidden="1">
                <a:extLst>
                  <a:ext uri="{FF2B5EF4-FFF2-40B4-BE49-F238E27FC236}">
                    <a16:creationId xmlns:a16="http://schemas.microsoft.com/office/drawing/2014/main" id="{A25FAAFC-B046-424B-A5CE-9B61E8756432}"/>
                  </a:ext>
                </a:extLst>
              </p:cNvPr>
              <p:cNvSpPr/>
              <p:nvPr>
                <p:custDataLst>
                  <p:tags r:id="rId4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  <p:grpSp>
          <p:nvGrpSpPr>
            <p:cNvPr id="195" name="MoonLegend2" hidden="1">
              <a:extLst>
                <a:ext uri="{FF2B5EF4-FFF2-40B4-BE49-F238E27FC236}">
                  <a16:creationId xmlns:a16="http://schemas.microsoft.com/office/drawing/2014/main" id="{1E8F3AB2-DB8B-4DEB-AFA3-453AF786BA9C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16535" y="3006395"/>
              <a:ext cx="228600" cy="228600"/>
              <a:chOff x="762000" y="1270000"/>
              <a:chExt cx="254000" cy="254000"/>
            </a:xfrm>
          </p:grpSpPr>
          <p:sp>
            <p:nvSpPr>
              <p:cNvPr id="205" name="Oval 204" hidden="1">
                <a:extLst>
                  <a:ext uri="{FF2B5EF4-FFF2-40B4-BE49-F238E27FC236}">
                    <a16:creationId xmlns:a16="http://schemas.microsoft.com/office/drawing/2014/main" id="{63D084DE-9133-4FF9-B9C2-4CBD0F425C43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6" name="Arc 205" hidden="1">
                <a:extLst>
                  <a:ext uri="{FF2B5EF4-FFF2-40B4-BE49-F238E27FC236}">
                    <a16:creationId xmlns:a16="http://schemas.microsoft.com/office/drawing/2014/main" id="{FF742FFE-5621-4216-8F98-93E370BEB510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  <p:grpSp>
          <p:nvGrpSpPr>
            <p:cNvPr id="196" name="MoonLegend3" hidden="1">
              <a:extLst>
                <a:ext uri="{FF2B5EF4-FFF2-40B4-BE49-F238E27FC236}">
                  <a16:creationId xmlns:a16="http://schemas.microsoft.com/office/drawing/2014/main" id="{D7048C89-ACE6-4666-AA5F-C28B1663C840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16535" y="3382210"/>
              <a:ext cx="228600" cy="228600"/>
              <a:chOff x="762000" y="1270000"/>
              <a:chExt cx="254000" cy="254000"/>
            </a:xfrm>
          </p:grpSpPr>
          <p:sp>
            <p:nvSpPr>
              <p:cNvPr id="203" name="Oval 202" hidden="1">
                <a:extLst>
                  <a:ext uri="{FF2B5EF4-FFF2-40B4-BE49-F238E27FC236}">
                    <a16:creationId xmlns:a16="http://schemas.microsoft.com/office/drawing/2014/main" id="{0DA1FD7B-7C76-4969-8DF7-EB2A191B6452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4" name="Arc 203" hidden="1">
                <a:extLst>
                  <a:ext uri="{FF2B5EF4-FFF2-40B4-BE49-F238E27FC236}">
                    <a16:creationId xmlns:a16="http://schemas.microsoft.com/office/drawing/2014/main" id="{AF9AB746-60CC-4048-B5E4-F9F3AC01988F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  <p:grpSp>
          <p:nvGrpSpPr>
            <p:cNvPr id="197" name="MoonLegend4" hidden="1">
              <a:extLst>
                <a:ext uri="{FF2B5EF4-FFF2-40B4-BE49-F238E27FC236}">
                  <a16:creationId xmlns:a16="http://schemas.microsoft.com/office/drawing/2014/main" id="{CD282E9D-7221-4090-BD2A-3AB315A55CD1}"/>
                </a:ext>
              </a:extLst>
            </p:cNvPr>
            <p:cNvGrpSpPr>
              <a:grpSpLocks noChangeAspect="1"/>
            </p:cNvGrpSpPr>
            <p:nvPr>
              <p:custDataLst>
                <p:tags r:id="rId30"/>
              </p:custDataLst>
            </p:nvPr>
          </p:nvGrpSpPr>
          <p:grpSpPr>
            <a:xfrm>
              <a:off x="7716535" y="3758025"/>
              <a:ext cx="228600" cy="228600"/>
              <a:chOff x="762000" y="1270000"/>
              <a:chExt cx="254000" cy="254000"/>
            </a:xfrm>
          </p:grpSpPr>
          <p:sp>
            <p:nvSpPr>
              <p:cNvPr id="201" name="Oval 200" hidden="1">
                <a:extLst>
                  <a:ext uri="{FF2B5EF4-FFF2-40B4-BE49-F238E27FC236}">
                    <a16:creationId xmlns:a16="http://schemas.microsoft.com/office/drawing/2014/main" id="{DED3DCCB-8848-4DF3-965C-AA41BB436266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2" name="Arc 201" hidden="1">
                <a:extLst>
                  <a:ext uri="{FF2B5EF4-FFF2-40B4-BE49-F238E27FC236}">
                    <a16:creationId xmlns:a16="http://schemas.microsoft.com/office/drawing/2014/main" id="{121968EC-AA3F-475D-9C5C-4B18820E5E9D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  <p:grpSp>
          <p:nvGrpSpPr>
            <p:cNvPr id="198" name="MoonLegend5" hidden="1">
              <a:extLst>
                <a:ext uri="{FF2B5EF4-FFF2-40B4-BE49-F238E27FC236}">
                  <a16:creationId xmlns:a16="http://schemas.microsoft.com/office/drawing/2014/main" id="{B14970A9-786B-4494-9E60-1D007D3673B8}"/>
                </a:ext>
              </a:extLst>
            </p:cNvPr>
            <p:cNvGrpSpPr>
              <a:grpSpLocks noChangeAspect="1"/>
            </p:cNvGrpSpPr>
            <p:nvPr>
              <p:custDataLst>
                <p:tags r:id="rId31"/>
              </p:custDataLst>
            </p:nvPr>
          </p:nvGrpSpPr>
          <p:grpSpPr>
            <a:xfrm>
              <a:off x="7716535" y="4133841"/>
              <a:ext cx="228600" cy="228600"/>
              <a:chOff x="762000" y="1270000"/>
              <a:chExt cx="254000" cy="254000"/>
            </a:xfrm>
          </p:grpSpPr>
          <p:sp>
            <p:nvSpPr>
              <p:cNvPr id="199" name="Oval 198" hidden="1">
                <a:extLst>
                  <a:ext uri="{FF2B5EF4-FFF2-40B4-BE49-F238E27FC236}">
                    <a16:creationId xmlns:a16="http://schemas.microsoft.com/office/drawing/2014/main" id="{66186B62-A24C-42E5-BE3A-41172D4699F2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0" name="Arc 199" hidden="1">
                <a:extLst>
                  <a:ext uri="{FF2B5EF4-FFF2-40B4-BE49-F238E27FC236}">
                    <a16:creationId xmlns:a16="http://schemas.microsoft.com/office/drawing/2014/main" id="{AC13EB91-EDA5-4A90-A587-564B5FCB2CF2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</p:grpSp>
      <p:sp>
        <p:nvSpPr>
          <p:cNvPr id="147" name="TextBox 5"/>
          <p:cNvSpPr txBox="1">
            <a:spLocks noChangeArrowheads="1"/>
          </p:cNvSpPr>
          <p:nvPr/>
        </p:nvSpPr>
        <p:spPr bwMode="gray">
          <a:xfrm>
            <a:off x="20942" y="6336156"/>
            <a:ext cx="2779232" cy="503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شركة سوق الكربون الطوعي الاقليمية</a:t>
            </a:r>
            <a:endParaRPr lang="en-US" altLang="en-US" sz="1400" b="1" dirty="0">
              <a:solidFill>
                <a:srgbClr val="DFBC7D"/>
              </a:solidFill>
              <a:latin typeface="Sakkal Majalla" panose="02000000000000000000" pitchFamily="2" charset="-78"/>
              <a:cs typeface="Arial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 b="1" dirty="0">
                <a:solidFill>
                  <a:srgbClr val="DFBC7D"/>
                </a:solidFill>
                <a:latin typeface="Sakkal Majalla" panose="02000000000000000000" pitchFamily="2" charset="-78"/>
                <a:cs typeface="Arial"/>
              </a:rPr>
              <a:t>Regional Voluntary Carbon Market Company </a:t>
            </a:r>
          </a:p>
        </p:txBody>
      </p:sp>
    </p:spTree>
    <p:extLst>
      <p:ext uri="{BB962C8B-B14F-4D97-AF65-F5344CB8AC3E}">
        <p14:creationId xmlns:p14="http://schemas.microsoft.com/office/powerpoint/2010/main" val="1925894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17" r:id="rId1"/>
    <p:sldLayoutId id="2147485018" r:id="rId2"/>
    <p:sldLayoutId id="2147485019" r:id="rId3"/>
    <p:sldLayoutId id="2147485020" r:id="rId4"/>
    <p:sldLayoutId id="2147485021" r:id="rId5"/>
    <p:sldLayoutId id="2147485022" r:id="rId6"/>
    <p:sldLayoutId id="2147485023" r:id="rId7"/>
    <p:sldLayoutId id="2147485024" r:id="rId8"/>
    <p:sldLayoutId id="2147485025" r:id="rId9"/>
    <p:sldLayoutId id="2147485026" r:id="rId10"/>
    <p:sldLayoutId id="2147485027" r:id="rId11"/>
    <p:sldLayoutId id="2147485028" r:id="rId12"/>
    <p:sldLayoutId id="2147485029" r:id="rId13"/>
    <p:sldLayoutId id="2147485030" r:id="rId14"/>
    <p:sldLayoutId id="2147485031" r:id="rId15"/>
    <p:sldLayoutId id="2147485032" r:id="rId16"/>
    <p:sldLayoutId id="2147485033" r:id="rId17"/>
    <p:sldLayoutId id="2147485034" r:id="rId18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438912" indent="-210312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594360" indent="-15544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813816" indent="-146304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73.xml"/><Relationship Id="rId1" Type="http://schemas.openxmlformats.org/officeDocument/2006/relationships/vmlDrawing" Target="../drawings/vmlDrawing119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1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5D728BB-85E2-4D8C-84DC-29989902839A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809865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104"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D728BB-85E2-4D8C-84DC-2998990283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A918623-3F2C-14DA-D04D-CC2FB41FF0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FD88C416-8C13-4A3B-8E98-D7814517F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2 row 5 column</a:t>
            </a:r>
          </a:p>
        </p:txBody>
      </p:sp>
      <p:sp>
        <p:nvSpPr>
          <p:cNvPr id="46" name="c1">
            <a:extLst>
              <a:ext uri="{FF2B5EF4-FFF2-40B4-BE49-F238E27FC236}">
                <a16:creationId xmlns:a16="http://schemas.microsoft.com/office/drawing/2014/main" id="{696A71BB-79E8-4890-B7AC-E2CBD3126695}"/>
              </a:ext>
            </a:extLst>
          </p:cNvPr>
          <p:cNvSpPr txBox="1"/>
          <p:nvPr/>
        </p:nvSpPr>
        <p:spPr>
          <a:xfrm>
            <a:off x="2049879" y="1700344"/>
            <a:ext cx="1770011" cy="3385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2000" b="1" dirty="0"/>
              <a:t>Partnership</a:t>
            </a:r>
          </a:p>
        </p:txBody>
      </p:sp>
      <p:sp>
        <p:nvSpPr>
          <p:cNvPr id="47" name="c2">
            <a:extLst>
              <a:ext uri="{FF2B5EF4-FFF2-40B4-BE49-F238E27FC236}">
                <a16:creationId xmlns:a16="http://schemas.microsoft.com/office/drawing/2014/main" id="{7DCD74B9-40BA-40C2-80A9-5395353798E8}"/>
              </a:ext>
            </a:extLst>
          </p:cNvPr>
          <p:cNvSpPr txBox="1"/>
          <p:nvPr/>
        </p:nvSpPr>
        <p:spPr>
          <a:xfrm>
            <a:off x="3994007" y="1700344"/>
            <a:ext cx="1770010" cy="3385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2000" b="1" dirty="0"/>
              <a:t>Plan</a:t>
            </a:r>
          </a:p>
        </p:txBody>
      </p:sp>
      <p:sp>
        <p:nvSpPr>
          <p:cNvPr id="48" name="c3">
            <a:extLst>
              <a:ext uri="{FF2B5EF4-FFF2-40B4-BE49-F238E27FC236}">
                <a16:creationId xmlns:a16="http://schemas.microsoft.com/office/drawing/2014/main" id="{5E0BF36C-7B29-427C-B056-175B9BDD0CAB}"/>
              </a:ext>
            </a:extLst>
          </p:cNvPr>
          <p:cNvSpPr txBox="1"/>
          <p:nvPr/>
        </p:nvSpPr>
        <p:spPr>
          <a:xfrm>
            <a:off x="5938135" y="1700344"/>
            <a:ext cx="1770011" cy="3385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2000" b="1" dirty="0"/>
              <a:t>Team</a:t>
            </a:r>
          </a:p>
        </p:txBody>
      </p:sp>
      <p:sp>
        <p:nvSpPr>
          <p:cNvPr id="49" name="c4">
            <a:extLst>
              <a:ext uri="{FF2B5EF4-FFF2-40B4-BE49-F238E27FC236}">
                <a16:creationId xmlns:a16="http://schemas.microsoft.com/office/drawing/2014/main" id="{BC31DA9F-9E50-482D-948F-2438417EA5BF}"/>
              </a:ext>
            </a:extLst>
          </p:cNvPr>
          <p:cNvSpPr txBox="1"/>
          <p:nvPr/>
        </p:nvSpPr>
        <p:spPr>
          <a:xfrm>
            <a:off x="7882268" y="1700344"/>
            <a:ext cx="1770009" cy="3385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2000" b="1" dirty="0"/>
              <a:t>Target</a:t>
            </a:r>
          </a:p>
        </p:txBody>
      </p:sp>
      <p:sp>
        <p:nvSpPr>
          <p:cNvPr id="25" name="r1">
            <a:extLst>
              <a:ext uri="{FF2B5EF4-FFF2-40B4-BE49-F238E27FC236}">
                <a16:creationId xmlns:a16="http://schemas.microsoft.com/office/drawing/2014/main" id="{3BEEE049-D5B9-4AE1-AF34-2C0ADAE460DE}"/>
              </a:ext>
            </a:extLst>
          </p:cNvPr>
          <p:cNvSpPr/>
          <p:nvPr/>
        </p:nvSpPr>
        <p:spPr>
          <a:xfrm>
            <a:off x="554736" y="2601602"/>
            <a:ext cx="1415143" cy="522514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ysClr val="windowText" lastClr="000000"/>
                </a:solidFill>
              </a:rPr>
              <a:t>Point 1</a:t>
            </a:r>
          </a:p>
        </p:txBody>
      </p:sp>
      <p:sp>
        <p:nvSpPr>
          <p:cNvPr id="41" name="r2">
            <a:extLst>
              <a:ext uri="{FF2B5EF4-FFF2-40B4-BE49-F238E27FC236}">
                <a16:creationId xmlns:a16="http://schemas.microsoft.com/office/drawing/2014/main" id="{5CCD719C-70E1-4620-A257-DC439EC6E610}"/>
              </a:ext>
            </a:extLst>
          </p:cNvPr>
          <p:cNvSpPr/>
          <p:nvPr/>
        </p:nvSpPr>
        <p:spPr>
          <a:xfrm>
            <a:off x="554736" y="4158916"/>
            <a:ext cx="1415143" cy="522514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ysClr val="windowText" lastClr="000000"/>
                </a:solidFill>
              </a:rPr>
              <a:t>Point 2</a:t>
            </a:r>
          </a:p>
        </p:txBody>
      </p:sp>
      <p:sp>
        <p:nvSpPr>
          <p:cNvPr id="21" name="s2">
            <a:extLst>
              <a:ext uri="{FF2B5EF4-FFF2-40B4-BE49-F238E27FC236}">
                <a16:creationId xmlns:a16="http://schemas.microsoft.com/office/drawing/2014/main" id="{139F38DE-C6B0-492A-8B04-92D209EB5B33}"/>
              </a:ext>
            </a:extLst>
          </p:cNvPr>
          <p:cNvSpPr/>
          <p:nvPr/>
        </p:nvSpPr>
        <p:spPr>
          <a:xfrm>
            <a:off x="3994007" y="2518370"/>
            <a:ext cx="1770010" cy="1253402"/>
          </a:xfrm>
          <a:prstGeom prst="rect">
            <a:avLst/>
          </a:prstGeom>
        </p:spPr>
        <p:txBody>
          <a:bodyPr wrap="square" lIns="72000" tIns="72000" rIns="72000" bIns="72000">
            <a:spAutoFit/>
          </a:bodyPr>
          <a:lstStyle/>
          <a:p>
            <a:pPr algn="ctr"/>
            <a:r>
              <a:rPr lang="en-IN" dirty="0"/>
              <a:t>method worked out in advance for achieving some objective </a:t>
            </a:r>
            <a:r>
              <a:rPr lang="en-IN" dirty="0" err="1"/>
              <a:t>tshere</a:t>
            </a:r>
            <a:r>
              <a:rPr lang="en-IN" dirty="0"/>
              <a:t> </a:t>
            </a:r>
            <a:br>
              <a:rPr lang="en-IN" dirty="0"/>
            </a:br>
            <a:r>
              <a:rPr lang="en-IN" dirty="0"/>
              <a:t>is a contingency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2" name="s3">
            <a:extLst>
              <a:ext uri="{FF2B5EF4-FFF2-40B4-BE49-F238E27FC236}">
                <a16:creationId xmlns:a16="http://schemas.microsoft.com/office/drawing/2014/main" id="{C515FDE1-6E7B-4108-9C48-80E2414D9870}"/>
              </a:ext>
            </a:extLst>
          </p:cNvPr>
          <p:cNvSpPr/>
          <p:nvPr/>
        </p:nvSpPr>
        <p:spPr>
          <a:xfrm>
            <a:off x="5938136" y="2518370"/>
            <a:ext cx="1770010" cy="1253402"/>
          </a:xfrm>
          <a:prstGeom prst="rect">
            <a:avLst/>
          </a:prstGeom>
        </p:spPr>
        <p:txBody>
          <a:bodyPr wrap="square" lIns="72000" tIns="72000" rIns="72000" bIns="72000">
            <a:spAutoFit/>
          </a:bodyPr>
          <a:lstStyle/>
          <a:p>
            <a:pPr algn="ctr"/>
            <a:r>
              <a:rPr lang="en-IN" dirty="0"/>
              <a:t>Microsoft Teams is a </a:t>
            </a:r>
            <a:br>
              <a:rPr lang="en-IN" dirty="0"/>
            </a:br>
            <a:r>
              <a:rPr lang="en-IN" dirty="0"/>
              <a:t>hub for teamwork in Microsoft 365 for Education.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3" name="s4">
            <a:extLst>
              <a:ext uri="{FF2B5EF4-FFF2-40B4-BE49-F238E27FC236}">
                <a16:creationId xmlns:a16="http://schemas.microsoft.com/office/drawing/2014/main" id="{D2E8DE89-867C-490F-8827-6298435F22BD}"/>
              </a:ext>
            </a:extLst>
          </p:cNvPr>
          <p:cNvSpPr/>
          <p:nvPr/>
        </p:nvSpPr>
        <p:spPr>
          <a:xfrm>
            <a:off x="7882267" y="2518370"/>
            <a:ext cx="1770009" cy="699404"/>
          </a:xfrm>
          <a:prstGeom prst="rect">
            <a:avLst/>
          </a:prstGeom>
        </p:spPr>
        <p:txBody>
          <a:bodyPr wrap="square" lIns="72000" tIns="72000" rIns="72000" bIns="72000">
            <a:spAutoFit/>
          </a:bodyPr>
          <a:lstStyle/>
          <a:p>
            <a:pPr algn="ctr" fontAlgn="base"/>
            <a:r>
              <a:rPr lang="en-IN" dirty="0"/>
              <a:t>Get top deals, latest trends, and more</a:t>
            </a:r>
          </a:p>
        </p:txBody>
      </p:sp>
      <p:sp>
        <p:nvSpPr>
          <p:cNvPr id="24" name="s5">
            <a:extLst>
              <a:ext uri="{FF2B5EF4-FFF2-40B4-BE49-F238E27FC236}">
                <a16:creationId xmlns:a16="http://schemas.microsoft.com/office/drawing/2014/main" id="{D904229A-8F26-4D35-925B-0CF9FD31D270}"/>
              </a:ext>
            </a:extLst>
          </p:cNvPr>
          <p:cNvSpPr/>
          <p:nvPr/>
        </p:nvSpPr>
        <p:spPr>
          <a:xfrm>
            <a:off x="9826393" y="2518370"/>
            <a:ext cx="1770010" cy="1530401"/>
          </a:xfrm>
          <a:prstGeom prst="rect">
            <a:avLst/>
          </a:prstGeom>
        </p:spPr>
        <p:txBody>
          <a:bodyPr wrap="square" lIns="72000" tIns="72000" rIns="72000" bIns="72000">
            <a:spAutoFit/>
          </a:bodyPr>
          <a:lstStyle/>
          <a:p>
            <a:pPr algn="ctr"/>
            <a:r>
              <a:rPr lang="en-GB" dirty="0"/>
              <a:t>Ownership grants the owner specific legal rights over the property, including </a:t>
            </a:r>
            <a:br>
              <a:rPr lang="en-GB" dirty="0"/>
            </a:br>
            <a:r>
              <a:rPr lang="en-GB" dirty="0"/>
              <a:t>the right to use it, 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6" name="s1">
            <a:extLst>
              <a:ext uri="{FF2B5EF4-FFF2-40B4-BE49-F238E27FC236}">
                <a16:creationId xmlns:a16="http://schemas.microsoft.com/office/drawing/2014/main" id="{1A0AFA81-086F-4308-9EAF-F41719D473F1}"/>
              </a:ext>
            </a:extLst>
          </p:cNvPr>
          <p:cNvSpPr/>
          <p:nvPr/>
        </p:nvSpPr>
        <p:spPr>
          <a:xfrm>
            <a:off x="2049878" y="2518370"/>
            <a:ext cx="1770011" cy="1253402"/>
          </a:xfrm>
          <a:prstGeom prst="rect">
            <a:avLst/>
          </a:prstGeom>
        </p:spPr>
        <p:txBody>
          <a:bodyPr wrap="square" lIns="72000" tIns="72000" rIns="72000" bIns="72000">
            <a:spAutoFit/>
          </a:bodyPr>
          <a:lstStyle/>
          <a:p>
            <a:pPr algn="ctr"/>
            <a:r>
              <a:rPr lang="en-IN" dirty="0"/>
              <a:t>A partnership is a formal arrangement by two or more parties to manage and operate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8" name="t2">
            <a:extLst>
              <a:ext uri="{FF2B5EF4-FFF2-40B4-BE49-F238E27FC236}">
                <a16:creationId xmlns:a16="http://schemas.microsoft.com/office/drawing/2014/main" id="{5FAAD2F4-F066-448D-A445-E42F472C9691}"/>
              </a:ext>
            </a:extLst>
          </p:cNvPr>
          <p:cNvSpPr/>
          <p:nvPr/>
        </p:nvSpPr>
        <p:spPr>
          <a:xfrm>
            <a:off x="3994007" y="4645685"/>
            <a:ext cx="1770010" cy="976403"/>
          </a:xfrm>
          <a:prstGeom prst="rect">
            <a:avLst/>
          </a:prstGeom>
        </p:spPr>
        <p:txBody>
          <a:bodyPr wrap="square" lIns="72000" tIns="72000" rIns="72000" bIns="72000">
            <a:spAutoFit/>
          </a:bodyPr>
          <a:lstStyle/>
          <a:p>
            <a:pPr algn="ctr"/>
            <a:r>
              <a:rPr lang="en-IN" dirty="0"/>
              <a:t> plan in the office for handling almost any emergency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9" name="t3">
            <a:extLst>
              <a:ext uri="{FF2B5EF4-FFF2-40B4-BE49-F238E27FC236}">
                <a16:creationId xmlns:a16="http://schemas.microsoft.com/office/drawing/2014/main" id="{FB96DE77-DEA8-464A-82A7-01A258B164B5}"/>
              </a:ext>
            </a:extLst>
          </p:cNvPr>
          <p:cNvSpPr/>
          <p:nvPr/>
        </p:nvSpPr>
        <p:spPr>
          <a:xfrm>
            <a:off x="5938136" y="4645685"/>
            <a:ext cx="1770010" cy="1253402"/>
          </a:xfrm>
          <a:prstGeom prst="rect">
            <a:avLst/>
          </a:prstGeom>
        </p:spPr>
        <p:txBody>
          <a:bodyPr wrap="square" lIns="72000" tIns="72000" rIns="72000" bIns="72000">
            <a:spAutoFit/>
          </a:bodyPr>
          <a:lstStyle/>
          <a:p>
            <a:pPr algn="ctr"/>
            <a:r>
              <a:rPr lang="en-IN" dirty="0"/>
              <a:t>Keep all your content, apps, and conversations together in one place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0" name="t4">
            <a:extLst>
              <a:ext uri="{FF2B5EF4-FFF2-40B4-BE49-F238E27FC236}">
                <a16:creationId xmlns:a16="http://schemas.microsoft.com/office/drawing/2014/main" id="{3CD44D5E-E94E-4D19-B234-7B4EE9DFF21F}"/>
              </a:ext>
            </a:extLst>
          </p:cNvPr>
          <p:cNvSpPr/>
          <p:nvPr/>
        </p:nvSpPr>
        <p:spPr>
          <a:xfrm>
            <a:off x="7882267" y="4645685"/>
            <a:ext cx="1770009" cy="1253402"/>
          </a:xfrm>
          <a:prstGeom prst="rect">
            <a:avLst/>
          </a:prstGeom>
        </p:spPr>
        <p:txBody>
          <a:bodyPr wrap="square" lIns="72000" tIns="72000" rIns="72000" bIns="72000">
            <a:spAutoFit/>
          </a:bodyPr>
          <a:lstStyle/>
          <a:p>
            <a:pPr algn="ctr"/>
            <a:r>
              <a:rPr lang="en-IN" dirty="0"/>
              <a:t>unlimited PDFs, daily targets, and practice questions for various bank exams. 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1" name="t5">
            <a:extLst>
              <a:ext uri="{FF2B5EF4-FFF2-40B4-BE49-F238E27FC236}">
                <a16:creationId xmlns:a16="http://schemas.microsoft.com/office/drawing/2014/main" id="{3BD666DC-E3C1-4F58-B394-DBF1D2E7FF66}"/>
              </a:ext>
            </a:extLst>
          </p:cNvPr>
          <p:cNvSpPr/>
          <p:nvPr/>
        </p:nvSpPr>
        <p:spPr>
          <a:xfrm>
            <a:off x="9826393" y="4645685"/>
            <a:ext cx="1770010" cy="976403"/>
          </a:xfrm>
          <a:prstGeom prst="rect">
            <a:avLst/>
          </a:prstGeom>
        </p:spPr>
        <p:txBody>
          <a:bodyPr wrap="square" lIns="72000" tIns="72000" rIns="72000" bIns="72000">
            <a:spAutoFit/>
          </a:bodyPr>
          <a:lstStyle/>
          <a:p>
            <a:pPr algn="ctr"/>
            <a:r>
              <a:rPr lang="en-GB" dirty="0"/>
              <a:t>Each type comes with its own set of rules and implications.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2" name="t1">
            <a:extLst>
              <a:ext uri="{FF2B5EF4-FFF2-40B4-BE49-F238E27FC236}">
                <a16:creationId xmlns:a16="http://schemas.microsoft.com/office/drawing/2014/main" id="{7FC69E60-93F5-4BA8-9E00-E27F6BE002E1}"/>
              </a:ext>
            </a:extLst>
          </p:cNvPr>
          <p:cNvSpPr/>
          <p:nvPr/>
        </p:nvSpPr>
        <p:spPr>
          <a:xfrm>
            <a:off x="2049878" y="4645685"/>
            <a:ext cx="1770011" cy="976403"/>
          </a:xfrm>
          <a:prstGeom prst="rect">
            <a:avLst/>
          </a:prstGeom>
        </p:spPr>
        <p:txBody>
          <a:bodyPr wrap="square" lIns="72000" tIns="72000" rIns="72000" bIns="72000">
            <a:spAutoFit/>
          </a:bodyPr>
          <a:lstStyle/>
          <a:p>
            <a:pPr algn="ctr"/>
            <a:r>
              <a:rPr lang="en-IN" dirty="0"/>
              <a:t>There are several types of partnership arrangements. 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3" name="C5">
            <a:extLst>
              <a:ext uri="{FF2B5EF4-FFF2-40B4-BE49-F238E27FC236}">
                <a16:creationId xmlns:a16="http://schemas.microsoft.com/office/drawing/2014/main" id="{8201FD3B-F9C1-403D-9FF6-262466F31B20}"/>
              </a:ext>
            </a:extLst>
          </p:cNvPr>
          <p:cNvSpPr/>
          <p:nvPr/>
        </p:nvSpPr>
        <p:spPr>
          <a:xfrm>
            <a:off x="9826394" y="1700344"/>
            <a:ext cx="1770011" cy="3385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2000" b="1" dirty="0"/>
              <a:t>Ownership</a:t>
            </a:r>
          </a:p>
        </p:txBody>
      </p:sp>
    </p:spTree>
    <p:extLst>
      <p:ext uri="{BB962C8B-B14F-4D97-AF65-F5344CB8AC3E}">
        <p14:creationId xmlns:p14="http://schemas.microsoft.com/office/powerpoint/2010/main" val="12372556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SCLIENT" val="True"/>
  <p:tag name="DSS_ID" val="4d47e18b-0b27-4601-ba19-243af9e03d4f"/>
  <p:tag name="ISNEWSLIDENUMBER" val="False"/>
  <p:tag name="PREVIOUSNAME" val="https://d.docs.live.net/59f0f87ef818c463/Desktop/ArabEasy/20240704 RVCMC Fifth Monthly Technical Meeting v3.pptx-selected slide 4.pptx"/>
  <p:tag name="ICONENCLOSURE" val="False"/>
  <p:tag name="ICONLINEFILL" val="Color [A=255, R=0, G=67, B=37]"/>
  <p:tag name="ICONLINEFILLTHEME" val="Accent 1"/>
  <p:tag name="THINKCELLPRESENTATIONDONOTDELETE" val="&lt;?xml version=&quot;1.0&quot; encoding=&quot;UTF-16&quot; standalone=&quot;yes&quot;?&gt;&lt;root reqver=&quot;28224&quot;&gt;&lt;version val=&quot;3549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bNumberIsYear val=&quot;0&quot;/&gt;&lt;m_strFormatTime&gt;%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oWEzLgA0_64VDvMxGG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96ctUUqJsGDCugslwBC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hTnprpZIIVVQCOTQtpL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vs3CU0mhZ0iF9VK3Gc_g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cAbB4u0quRffFN3bn3Xw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G_9mniplMrafceMpP.Qw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EQ8aI7AKzsdxigcAG3ZA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vs1S2qnQw1aA01IUagl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yDlDqWonv3hoAx.p9Rsw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xgrPArEB1mEiMOhB5KGA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RYLYSbLzP8DsqQ5_IDvMg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nK2FuGMb2eP3vge8yaMaQ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vgJTIPPebpo6irFSQqHlA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WrJZYiK81Dqg3AKqhPXmQ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qRLcqlXddAIBcoL4_FmkA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FTi586bxaRXNGLyq6cjUQ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nDxEIFDMpZ7XFucXEwcQ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pk7TYHRxaIHe6.SUx9jg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0evTD9FXplcSqw.av8MA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DWhDmC1QbRmt16_uxlW7g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MQWNAe6aOZs3iPRT_1kIw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gETb3D.HcKF_v3xSvBqjg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w4BZlnvKEO9ZCIa9.28.w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yDlDqWonv3hoAx.p9Rsw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oWEzLgA0_64VDvMxGGg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96ctUUqJsGDCugslwBCg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hTnprpZIIVVQCOTQtpLw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vs3CU0mhZ0iF9VK3Gc_gQ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cAbB4u0quRffFN3bn3Xw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G_9mniplMrafceMpP.Qwg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EQ8aI7AKzsdxigcAG3ZA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vs1S2qnQw1aA01IUaglg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yDlDqWonv3hoAx.p9Rsw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xgrPArEB1mEiMOhB5KGA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guF4Gw2mJIhuiFXm5tKQ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0evTD9FXplcSqw.av8MA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oWEzLgA0_64VDvMxGGg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96ctUUqJsGDCugslwBCg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hTnprpZIIVVQCOTQtpLw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vs3CU0mhZ0iF9VK3Gc_gQ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cAbB4u0quRffFN3bn3Xw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G_9mniplMrafceMpP.Qwg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EQ8aI7AKzsdxigcAG3ZA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vs1S2qnQw1aA01IUaglg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yDlDqWonv3hoAx.p9Rsw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xgrPArEB1mEiMOhB5KGA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RYLYSbLzP8DsqQ5_IDvMg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vgJTIPPebpo6irFSQqHlA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WrJZYiK81Dqg3AKqhPXmQ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qRLcqlXddAIBcoL4_FmkA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FTi586bxaRXNGLyq6cjUQ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nDxEIFDMpZ7XFucXEwcQ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pk7TYHRxaIHe6.SUx9jg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0evTD9FXplcSqw.av8MA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DWhDmC1QbRmt16_uxlW7g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MQWNAe6aOZs3iPRT_1kIw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gETb3D.HcKF_v3xSvBqjg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DWhDmC1QbRmt16_uxlW7g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MQWNAe6aOZs3iPRT_1kIw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gETb3D.HcKF_v3xSvBqjg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w4BZlnvKEO9ZCIa9.28.w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oWEzLgA0_64VDvMxGGg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96ctUUqJsGDCugslwBCg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hTnprpZIIVVQCOTQtpLw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vs3CU0mhZ0iF9VK3Gc_gQ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cAbB4u0quRffFN3bn3Xw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G_9mniplMrafceMpP.Qwg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EQ8aI7AKzsdxigcAG3ZA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vs1S2qnQw1aA01IUaglg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yDlDqWonv3hoAx.p9Rsw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xgrPArEB1mEiMOhB5KGA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MQWNAe6aOZs3iPRT_1kIw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RYLYSbLzP8DsqQ5_IDvMg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nK2FuGMb2eP3vge8yaMaQ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vgJTIPPebpo6irFSQqHlA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WrJZYiK81Dqg3AKqhPXmQ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qRLcqlXddAIBcoL4_FmkA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FTi586bxaRXNGLyq6cjUQ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nDxEIFDMpZ7XFucXEwcQ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pk7TYHRxaIHe6.SUx9jg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0evTD9FXplcSqw.av8MA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DWhDmC1QbRmt16_uxlW7g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MQWNAe6aOZs3iPRT_1kIw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gETb3D.HcKF_v3xSvBqjg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w4BZlnvKEO9ZCIa9.28.w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yDlDqWonv3hoAx.p9Rsw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VCM - Theme">
  <a:themeElements>
    <a:clrScheme name="Scheme1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04325"/>
      </a:accent1>
      <a:accent2>
        <a:srgbClr val="70AD47"/>
      </a:accent2>
      <a:accent3>
        <a:srgbClr val="9C7149"/>
      </a:accent3>
      <a:accent4>
        <a:srgbClr val="DED8C3"/>
      </a:accent4>
      <a:accent5>
        <a:srgbClr val="F6ECDA"/>
      </a:accent5>
      <a:accent6>
        <a:srgbClr val="0A1E19"/>
      </a:accent6>
      <a:hlink>
        <a:srgbClr val="0000FF"/>
      </a:hlink>
      <a:folHlink>
        <a:srgbClr val="800080"/>
      </a:folHlink>
    </a:clrScheme>
    <a:fontScheme name="Custom 13">
      <a:majorFont>
        <a:latin typeface="Sakkal Majalla"/>
        <a:ea typeface=""/>
        <a:cs typeface=""/>
      </a:majorFont>
      <a:minorFont>
        <a:latin typeface="Sakkal Majalla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1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04325"/>
        </a:accent1>
        <a:accent2>
          <a:srgbClr val="70AD47"/>
        </a:accent2>
        <a:accent3>
          <a:srgbClr val="9C7149"/>
        </a:accent3>
        <a:accent4>
          <a:srgbClr val="DED8C3"/>
        </a:accent4>
        <a:accent5>
          <a:srgbClr val="F6ECDA"/>
        </a:accent5>
        <a:accent6>
          <a:srgbClr val="0A1E19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Custom Color6">
      <a:srgbClr val="007A3C"/>
    </a:custClr>
    <a:custClr name="Custom Color7">
      <a:srgbClr val="EFE2C9"/>
    </a:custClr>
  </a:custClrLst>
  <a:extLst>
    <a:ext uri="{05A4C25C-085E-4340-85A3-A5531E510DB2}">
      <thm15:themeFamily xmlns:thm15="http://schemas.microsoft.com/office/thememl/2012/main" name="VCM - Theme" id="{064C561F-A0FE-4C35-A3E4-7292B571C804}" vid="{7D4A630E-7944-466E-82AA-36269E8C6DFC}"/>
    </a:ext>
  </a:extLst>
</a:theme>
</file>

<file path=ppt/theme/theme2.xml><?xml version="1.0" encoding="utf-8"?>
<a:theme xmlns:a="http://schemas.openxmlformats.org/drawingml/2006/main" name="1_Contrast">
  <a:themeElements>
    <a:clrScheme name="Scheme2">
      <a:dk1>
        <a:srgbClr val="FFFFFF"/>
      </a:dk1>
      <a:lt1>
        <a:srgbClr val="004325"/>
      </a:lt1>
      <a:dk2>
        <a:srgbClr val="000000"/>
      </a:dk2>
      <a:lt2>
        <a:srgbClr val="000000"/>
      </a:lt2>
      <a:accent1>
        <a:srgbClr val="FFFFFF"/>
      </a:accent1>
      <a:accent2>
        <a:srgbClr val="70AD47"/>
      </a:accent2>
      <a:accent3>
        <a:srgbClr val="9C7149"/>
      </a:accent3>
      <a:accent4>
        <a:srgbClr val="DED8C3"/>
      </a:accent4>
      <a:accent5>
        <a:srgbClr val="F6ECDA"/>
      </a:accent5>
      <a:accent6>
        <a:srgbClr val="0A1E19"/>
      </a:accent6>
      <a:hlink>
        <a:srgbClr val="0000FF"/>
      </a:hlink>
      <a:folHlink>
        <a:srgbClr val="800080"/>
      </a:folHlink>
    </a:clrScheme>
    <a:fontScheme name="Custom 13">
      <a:majorFont>
        <a:latin typeface="Sakkal Majalla"/>
        <a:ea typeface=""/>
        <a:cs typeface=""/>
      </a:majorFont>
      <a:minorFont>
        <a:latin typeface="Sakkal Majalla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2">
        <a:dk1>
          <a:srgbClr val="FFFFFF"/>
        </a:dk1>
        <a:lt1>
          <a:srgbClr val="004325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70AD47"/>
        </a:accent2>
        <a:accent3>
          <a:srgbClr val="9C7149"/>
        </a:accent3>
        <a:accent4>
          <a:srgbClr val="DED8C3"/>
        </a:accent4>
        <a:accent5>
          <a:srgbClr val="F6ECDA"/>
        </a:accent5>
        <a:accent6>
          <a:srgbClr val="0A1E19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Custom Color6">
      <a:srgbClr val="007A3C"/>
    </a:custClr>
    <a:custClr name="Custom Color7">
      <a:srgbClr val="EFE2C9"/>
    </a:custClr>
  </a:custClrLst>
  <a:extLst>
    <a:ext uri="{05A4C25C-085E-4340-85A3-A5531E510DB2}">
      <thm15:themeFamily xmlns:thm15="http://schemas.microsoft.com/office/thememl/2012/main" name="RY1748_OFF.potx" id="{8EB8258A-FC6C-45EC-B59F-978B265151FE}" vid="{C18A5B91-3F4B-4511-85AB-6FDEFAA43426}"/>
    </a:ext>
  </a:extLst>
</a:theme>
</file>

<file path=ppt/theme/theme3.xml><?xml version="1.0" encoding="utf-8"?>
<a:theme xmlns:a="http://schemas.openxmlformats.org/drawingml/2006/main" name="1_White">
  <a:themeElements>
    <a:clrScheme name="Scheme1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04325"/>
      </a:accent1>
      <a:accent2>
        <a:srgbClr val="70AD47"/>
      </a:accent2>
      <a:accent3>
        <a:srgbClr val="9C7149"/>
      </a:accent3>
      <a:accent4>
        <a:srgbClr val="DED8C3"/>
      </a:accent4>
      <a:accent5>
        <a:srgbClr val="F6ECDA"/>
      </a:accent5>
      <a:accent6>
        <a:srgbClr val="0A1E19"/>
      </a:accent6>
      <a:hlink>
        <a:srgbClr val="0000FF"/>
      </a:hlink>
      <a:folHlink>
        <a:srgbClr val="800080"/>
      </a:folHlink>
    </a:clrScheme>
    <a:fontScheme name="Custom">
      <a:majorFont>
        <a:latin typeface="Sakkal Majalla"/>
        <a:ea typeface=""/>
        <a:cs typeface=""/>
      </a:majorFont>
      <a:minorFont>
        <a:latin typeface="Sakkal Majalla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1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04325"/>
        </a:accent1>
        <a:accent2>
          <a:srgbClr val="70AD47"/>
        </a:accent2>
        <a:accent3>
          <a:srgbClr val="9C7149"/>
        </a:accent3>
        <a:accent4>
          <a:srgbClr val="DED8C3"/>
        </a:accent4>
        <a:accent5>
          <a:srgbClr val="F6ECDA"/>
        </a:accent5>
        <a:accent6>
          <a:srgbClr val="0A1E19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Custom Color6">
      <a:srgbClr val="007A3C"/>
    </a:custClr>
    <a:custClr name="Custom Color7">
      <a:srgbClr val="EFE2C9"/>
    </a:custClr>
  </a:custClrLst>
  <a:extLst>
    <a:ext uri="{05A4C25C-085E-4340-85A3-A5531E510DB2}">
      <thm15:themeFamily xmlns:thm15="http://schemas.microsoft.com/office/thememl/2012/main" name="RY2719_CF_16x9_ENG_V1.potx" id="{55C25293-5BBE-4D8C-812E-9926F9541D28}" vid="{341C2C18-134F-454D-9838-AA29EA58E265}"/>
    </a:ext>
  </a:extLst>
</a:theme>
</file>

<file path=ppt/theme/theme4.xml><?xml version="1.0" encoding="utf-8"?>
<a:theme xmlns:a="http://schemas.openxmlformats.org/drawingml/2006/main" name="1_VCM - Theme">
  <a:themeElements>
    <a:clrScheme name="Scheme1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04325"/>
      </a:accent1>
      <a:accent2>
        <a:srgbClr val="70AD47"/>
      </a:accent2>
      <a:accent3>
        <a:srgbClr val="9C7149"/>
      </a:accent3>
      <a:accent4>
        <a:srgbClr val="DED8C3"/>
      </a:accent4>
      <a:accent5>
        <a:srgbClr val="F6ECDA"/>
      </a:accent5>
      <a:accent6>
        <a:srgbClr val="0A1E19"/>
      </a:accent6>
      <a:hlink>
        <a:srgbClr val="0000FF"/>
      </a:hlink>
      <a:folHlink>
        <a:srgbClr val="800080"/>
      </a:folHlink>
    </a:clrScheme>
    <a:fontScheme name="Custom 13">
      <a:majorFont>
        <a:latin typeface="Sakkal Majalla"/>
        <a:ea typeface=""/>
        <a:cs typeface=""/>
      </a:majorFont>
      <a:minorFont>
        <a:latin typeface="Sakkal Majalla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1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04325"/>
        </a:accent1>
        <a:accent2>
          <a:srgbClr val="70AD47"/>
        </a:accent2>
        <a:accent3>
          <a:srgbClr val="9C7149"/>
        </a:accent3>
        <a:accent4>
          <a:srgbClr val="DED8C3"/>
        </a:accent4>
        <a:accent5>
          <a:srgbClr val="F6ECDA"/>
        </a:accent5>
        <a:accent6>
          <a:srgbClr val="0A1E19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Custom Color6">
      <a:srgbClr val="007A3C"/>
    </a:custClr>
    <a:custClr name="Custom Color7">
      <a:srgbClr val="EFE2C9"/>
    </a:custClr>
  </a:custClrLst>
  <a:extLst>
    <a:ext uri="{05A4C25C-085E-4340-85A3-A5531E510DB2}">
      <thm15:themeFamily xmlns:thm15="http://schemas.microsoft.com/office/thememl/2012/main" name="VCM - Theme" id="{064C561F-A0FE-4C35-A3E4-7292B571C804}" vid="{7D4A630E-7944-466E-82AA-36269E8C6DFC}"/>
    </a:ext>
  </a:extLst>
</a:theme>
</file>

<file path=ppt/theme/theme5.xml><?xml version="1.0" encoding="utf-8"?>
<a:theme xmlns:a="http://schemas.openxmlformats.org/drawingml/2006/main" name="Contrast">
  <a:themeElements>
    <a:clrScheme name="Scheme2">
      <a:dk1>
        <a:srgbClr val="FFFFFF"/>
      </a:dk1>
      <a:lt1>
        <a:srgbClr val="004325"/>
      </a:lt1>
      <a:dk2>
        <a:srgbClr val="000000"/>
      </a:dk2>
      <a:lt2>
        <a:srgbClr val="000000"/>
      </a:lt2>
      <a:accent1>
        <a:srgbClr val="FFFFFF"/>
      </a:accent1>
      <a:accent2>
        <a:srgbClr val="70AD47"/>
      </a:accent2>
      <a:accent3>
        <a:srgbClr val="9C7149"/>
      </a:accent3>
      <a:accent4>
        <a:srgbClr val="DED8C3"/>
      </a:accent4>
      <a:accent5>
        <a:srgbClr val="F6ECDA"/>
      </a:accent5>
      <a:accent6>
        <a:srgbClr val="4D4D4D"/>
      </a:accent6>
      <a:hlink>
        <a:srgbClr val="0000FF"/>
      </a:hlink>
      <a:folHlink>
        <a:srgbClr val="800080"/>
      </a:folHlink>
    </a:clrScheme>
    <a:fontScheme name="Custom">
      <a:majorFont>
        <a:latin typeface="Sakkal Majalla"/>
        <a:ea typeface=""/>
        <a:cs typeface=""/>
      </a:majorFont>
      <a:minorFont>
        <a:latin typeface="Sakkal Majalla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2">
        <a:dk1>
          <a:srgbClr val="FFFFFF"/>
        </a:dk1>
        <a:lt1>
          <a:srgbClr val="004325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70AD47"/>
        </a:accent2>
        <a:accent3>
          <a:srgbClr val="9C7149"/>
        </a:accent3>
        <a:accent4>
          <a:srgbClr val="DED8C3"/>
        </a:accent4>
        <a:accent5>
          <a:srgbClr val="F6ECDA"/>
        </a:accent5>
        <a:accent6>
          <a:srgbClr val="4D4D4D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Custom Color6">
      <a:srgbClr val="007A3C"/>
    </a:custClr>
    <a:custClr name="Custom Color7">
      <a:srgbClr val="EFE2C9"/>
    </a:custClr>
  </a:custClrLst>
  <a:extLst>
    <a:ext uri="{05A4C25C-085E-4340-85A3-A5531E510DB2}">
      <thm15:themeFamily xmlns:thm15="http://schemas.microsoft.com/office/thememl/2012/main" name="RY2719_CF_16x9_ENG_V1.potx" id="{55C25293-5BBE-4D8C-812E-9926F9541D28}" vid="{FDAF41E8-E9CB-4899-8F50-D72A8F267BE0}"/>
    </a:ext>
  </a:extLst>
</a:theme>
</file>

<file path=ppt/theme/theme6.xml><?xml version="1.0" encoding="utf-8"?>
<a:theme xmlns:a="http://schemas.openxmlformats.org/drawingml/2006/main" name="2_VCM - Theme">
  <a:themeElements>
    <a:clrScheme name="Scheme1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04325"/>
      </a:accent1>
      <a:accent2>
        <a:srgbClr val="70AD47"/>
      </a:accent2>
      <a:accent3>
        <a:srgbClr val="9C7149"/>
      </a:accent3>
      <a:accent4>
        <a:srgbClr val="DED8C3"/>
      </a:accent4>
      <a:accent5>
        <a:srgbClr val="F6ECDA"/>
      </a:accent5>
      <a:accent6>
        <a:srgbClr val="0A1E19"/>
      </a:accent6>
      <a:hlink>
        <a:srgbClr val="0000FF"/>
      </a:hlink>
      <a:folHlink>
        <a:srgbClr val="800080"/>
      </a:folHlink>
    </a:clrScheme>
    <a:fontScheme name="Custom 13">
      <a:majorFont>
        <a:latin typeface="Sakkal Majalla"/>
        <a:ea typeface=""/>
        <a:cs typeface=""/>
      </a:majorFont>
      <a:minorFont>
        <a:latin typeface="Sakkal Majalla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1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04325"/>
        </a:accent1>
        <a:accent2>
          <a:srgbClr val="70AD47"/>
        </a:accent2>
        <a:accent3>
          <a:srgbClr val="9C7149"/>
        </a:accent3>
        <a:accent4>
          <a:srgbClr val="DED8C3"/>
        </a:accent4>
        <a:accent5>
          <a:srgbClr val="F6ECDA"/>
        </a:accent5>
        <a:accent6>
          <a:srgbClr val="0A1E19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Custom Color6">
      <a:srgbClr val="007A3C"/>
    </a:custClr>
    <a:custClr name="Custom Color7">
      <a:srgbClr val="EFE2C9"/>
    </a:custClr>
  </a:custClrLst>
  <a:extLst>
    <a:ext uri="{05A4C25C-085E-4340-85A3-A5531E510DB2}">
      <thm15:themeFamily xmlns:thm15="http://schemas.microsoft.com/office/thememl/2012/main" name="VCM - Theme" id="{064C561F-A0FE-4C35-A3E4-7292B571C804}" vid="{7D4A630E-7944-466E-82AA-36269E8C6DFC}"/>
    </a:ext>
  </a:extLst>
</a:theme>
</file>

<file path=ppt/theme/theme7.xml><?xml version="1.0" encoding="utf-8"?>
<a:theme xmlns:a="http://schemas.openxmlformats.org/drawingml/2006/main" name="2_Contrast">
  <a:themeElements>
    <a:clrScheme name="Scheme2">
      <a:dk1>
        <a:srgbClr val="FFFFFF"/>
      </a:dk1>
      <a:lt1>
        <a:srgbClr val="004325"/>
      </a:lt1>
      <a:dk2>
        <a:srgbClr val="000000"/>
      </a:dk2>
      <a:lt2>
        <a:srgbClr val="000000"/>
      </a:lt2>
      <a:accent1>
        <a:srgbClr val="FFFFFF"/>
      </a:accent1>
      <a:accent2>
        <a:srgbClr val="70AD47"/>
      </a:accent2>
      <a:accent3>
        <a:srgbClr val="9C7149"/>
      </a:accent3>
      <a:accent4>
        <a:srgbClr val="DED8C3"/>
      </a:accent4>
      <a:accent5>
        <a:srgbClr val="F6ECDA"/>
      </a:accent5>
      <a:accent6>
        <a:srgbClr val="0A1E19"/>
      </a:accent6>
      <a:hlink>
        <a:srgbClr val="0000FF"/>
      </a:hlink>
      <a:folHlink>
        <a:srgbClr val="800080"/>
      </a:folHlink>
    </a:clrScheme>
    <a:fontScheme name="Custom 13">
      <a:majorFont>
        <a:latin typeface="Sakkal Majalla"/>
        <a:ea typeface=""/>
        <a:cs typeface=""/>
      </a:majorFont>
      <a:minorFont>
        <a:latin typeface="Sakkal Majalla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2">
        <a:dk1>
          <a:srgbClr val="FFFFFF"/>
        </a:dk1>
        <a:lt1>
          <a:srgbClr val="004325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70AD47"/>
        </a:accent2>
        <a:accent3>
          <a:srgbClr val="9C7149"/>
        </a:accent3>
        <a:accent4>
          <a:srgbClr val="DED8C3"/>
        </a:accent4>
        <a:accent5>
          <a:srgbClr val="F6ECDA"/>
        </a:accent5>
        <a:accent6>
          <a:srgbClr val="0A1E19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Custom Color6">
      <a:srgbClr val="007A3C"/>
    </a:custClr>
    <a:custClr name="Custom Color7">
      <a:srgbClr val="EFE2C9"/>
    </a:custClr>
  </a:custClrLst>
  <a:extLst>
    <a:ext uri="{05A4C25C-085E-4340-85A3-A5531E510DB2}">
      <thm15:themeFamily xmlns:thm15="http://schemas.microsoft.com/office/thememl/2012/main" name="RY1748_OFF.potx" id="{8EB8258A-FC6C-45EC-B59F-978B265151FE}" vid="{C18A5B91-3F4B-4511-85AB-6FDEFAA43426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isl xmlns:xsd="http://www.w3.org/2001/XMLSchema" xmlns:xsi="http://www.w3.org/2001/XMLSchema-instance" xmlns="http://www.boldonjames.com/2008/01/sie/internal/label" sislVersion="0" policy="4f3ffa34-8ea5-4d04-9688-c0eeb614b05f" origin="userSelected">
  <element uid="id_classification_nonbusiness" value=""/>
</sisl>
</file>

<file path=customXml/itemProps1.xml><?xml version="1.0" encoding="utf-8"?>
<ds:datastoreItem xmlns:ds="http://schemas.openxmlformats.org/officeDocument/2006/customXml" ds:itemID="{44621F1F-E78C-4D6C-82C8-49A15ED7C628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VCM - Theme</Template>
  <TotalTime>80447</TotalTime>
  <Words>142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7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8" baseType="lpstr">
      <vt:lpstr>Arial</vt:lpstr>
      <vt:lpstr>Arial MT</vt:lpstr>
      <vt:lpstr>Calibri</vt:lpstr>
      <vt:lpstr>Georgia</vt:lpstr>
      <vt:lpstr>Open Sans</vt:lpstr>
      <vt:lpstr>Roboto</vt:lpstr>
      <vt:lpstr>Sakkal Majalla</vt:lpstr>
      <vt:lpstr>Segoe UI</vt:lpstr>
      <vt:lpstr>Wingdings</vt:lpstr>
      <vt:lpstr>VCM - Theme</vt:lpstr>
      <vt:lpstr>1_Contrast</vt:lpstr>
      <vt:lpstr>1_White</vt:lpstr>
      <vt:lpstr>1_VCM - Theme</vt:lpstr>
      <vt:lpstr>Contrast</vt:lpstr>
      <vt:lpstr>2_VCM - Theme</vt:lpstr>
      <vt:lpstr>2_Contrast</vt:lpstr>
      <vt:lpstr>think-cell Slide</vt:lpstr>
      <vt:lpstr>2 row 5 column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Steering Committee</dc:title>
  <dc:creator>Sasha Joseph</dc:creator>
  <cp:keywords>PIF_Public</cp:keywords>
  <cp:lastModifiedBy>Rohit</cp:lastModifiedBy>
  <cp:revision>299</cp:revision>
  <cp:lastPrinted>1899-12-31T23:00:00Z</cp:lastPrinted>
  <dcterms:created xsi:type="dcterms:W3CDTF">2023-03-06T02:46:41Z</dcterms:created>
  <dcterms:modified xsi:type="dcterms:W3CDTF">2024-08-01T06:37:58Z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ff1f3de8-cc1b-483a-9df0-906b8926c793</vt:lpwstr>
  </property>
  <property fmtid="{D5CDD505-2E9C-101B-9397-08002B2CF9AE}" pid="3" name="bjClsUserRVM">
    <vt:lpwstr>[]</vt:lpwstr>
  </property>
  <property fmtid="{D5CDD505-2E9C-101B-9397-08002B2CF9AE}" pid="4" name="bjSaver">
    <vt:lpwstr>H4UML8tbqHG7CgoRdCafYWYWua7RnhR2</vt:lpwstr>
  </property>
  <property fmtid="{D5CDD505-2E9C-101B-9397-08002B2CF9AE}" pid="5" name="bjDocumentLabelXML">
    <vt:lpwstr>&lt;?xml version="1.0" encoding="us-ascii"?&gt;&lt;sisl xmlns:xsd="http://www.w3.org/2001/XMLSchema" xmlns:xsi="http://www.w3.org/2001/XMLSchema-instance" sislVersion="0" policy="4f3ffa34-8ea5-4d04-9688-c0eeb614b05f" origin="userSelected" xmlns="http://www.boldonj</vt:lpwstr>
  </property>
  <property fmtid="{D5CDD505-2E9C-101B-9397-08002B2CF9AE}" pid="6" name="bjDocumentLabelXML-0">
    <vt:lpwstr>ames.com/2008/01/sie/internal/label"&gt;&lt;element uid="id_classification_nonbusiness" value="" /&gt;&lt;/sisl&gt;</vt:lpwstr>
  </property>
  <property fmtid="{D5CDD505-2E9C-101B-9397-08002B2CF9AE}" pid="7" name="bjDocumentSecurityLabel">
    <vt:lpwstr>Public </vt:lpwstr>
  </property>
</Properties>
</file>