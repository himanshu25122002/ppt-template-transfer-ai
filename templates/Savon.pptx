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76EB9D5-7E1A-4433-8B21-2237CC26FA2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EF837-FEDB-44F2-8FB5-4F56FC548A33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EC2AB55-62C0-407E-B706-C907B44B0BF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B33F-FEF5-4E73-A5F9-307689FE77C6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5FA4-F0B8-4D71-BC92-932E3A1502F8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9F80-C2CE-4D6A-80E4-D3515AD92BC6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0E-EF40-477E-B84C-637FC7CE78DB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8D63-E026-4E54-B301-C824E1BD14F3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C423185-9573-406A-8068-0AB4F2335019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98A19-B9D6-4696-A74D-9FEF900C8B6A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5100-39B0-4914-BBD6-34F267582565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5516DA-9D86-4E1E-A623-C11F9F74EB59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6244-62CA-83B4-FBA8-C312EF689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5D70F-9021-EC7D-9489-0FAEE14E9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016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Garamond</vt:lpstr>
      <vt:lpstr>Savon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22bai70375_ Himanshu</dc:creator>
  <cp:lastModifiedBy>22bai70375_ Himanshu</cp:lastModifiedBy>
  <cp:revision>1</cp:revision>
  <dcterms:created xsi:type="dcterms:W3CDTF">2026-03-15T17:39:26Z</dcterms:created>
  <dcterms:modified xsi:type="dcterms:W3CDTF">2026-03-15T17:39:34Z</dcterms:modified>
</cp:coreProperties>
</file>