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090A6-CBEF-2121-7DCD-7F99CAEFE4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03AAF4-125F-3374-2637-1E0316328A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8971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2D251F"/>
      </a:dk2>
      <a:lt2>
        <a:srgbClr val="FAE9C5"/>
      </a:lt2>
      <a:accent1>
        <a:srgbClr val="ED3846"/>
      </a:accent1>
      <a:accent2>
        <a:srgbClr val="F87184"/>
      </a:accent2>
      <a:accent3>
        <a:srgbClr val="EC9DA9"/>
      </a:accent3>
      <a:accent4>
        <a:srgbClr val="ECC190"/>
      </a:accent4>
      <a:accent5>
        <a:srgbClr val="FFB268"/>
      </a:accent5>
      <a:accent6>
        <a:srgbClr val="F98657"/>
      </a:accent6>
      <a:hlink>
        <a:srgbClr val="B97669"/>
      </a:hlink>
      <a:folHlink>
        <a:srgbClr val="9E94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BCCF8060-3FCB-4641-B728-8A589529B13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MS Shell Dlg 2</vt:lpstr>
      <vt:lpstr>Wingdings</vt:lpstr>
      <vt:lpstr>Wingdings 3</vt:lpstr>
      <vt:lpstr>Madison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22bai70375_ Himanshu</dc:creator>
  <cp:lastModifiedBy>22bai70375_ Himanshu</cp:lastModifiedBy>
  <cp:revision>1</cp:revision>
  <dcterms:created xsi:type="dcterms:W3CDTF">2026-03-15T17:40:38Z</dcterms:created>
  <dcterms:modified xsi:type="dcterms:W3CDTF">2026-03-15T17:40:45Z</dcterms:modified>
</cp:coreProperties>
</file>