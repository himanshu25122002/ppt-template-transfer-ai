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25400" ty="6350" sx="71000" sy="71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25400" ty="6350" sx="71000" sy="71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/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59C63-F63C-C60F-5750-1AC24E0C85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88F4E-8595-6C26-DD83-32D13475FB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4446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A41AC481-B287-49C8-90EF-C669597D2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Tw Cen MT</vt:lpstr>
      <vt:lpstr>Tw Cen MT Condensed</vt:lpstr>
      <vt:lpstr>Wingdings 3</vt:lpstr>
      <vt:lpstr>Integral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22bai70375_ Himanshu</dc:creator>
  <cp:lastModifiedBy>22bai70375_ Himanshu</cp:lastModifiedBy>
  <cp:revision>1</cp:revision>
  <dcterms:created xsi:type="dcterms:W3CDTF">2026-03-15T17:40:07Z</dcterms:created>
  <dcterms:modified xsi:type="dcterms:W3CDTF">2026-03-15T17:40:15Z</dcterms:modified>
</cp:coreProperties>
</file>