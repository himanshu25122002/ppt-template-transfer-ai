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E4EC3-3B1F-E292-D392-067441C32B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865F40-B34D-AD69-ED09-648FBD1079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341835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635D4D"/>
      </a:dk2>
      <a:lt2>
        <a:srgbClr val="D8D6BA"/>
      </a:lt2>
      <a:accent1>
        <a:srgbClr val="9CBEBD"/>
      </a:accent1>
      <a:accent2>
        <a:srgbClr val="D2CB6C"/>
      </a:accent2>
      <a:accent3>
        <a:srgbClr val="9D9A93"/>
      </a:accent3>
      <a:accent4>
        <a:srgbClr val="C89F5D"/>
      </a:accent4>
      <a:accent5>
        <a:srgbClr val="A9A57C"/>
      </a:accent5>
      <a:accent6>
        <a:srgbClr val="95A39D"/>
      </a:accent6>
      <a:hlink>
        <a:srgbClr val="D25814"/>
      </a:hlink>
      <a:folHlink>
        <a:srgbClr val="849A0A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Parcel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22bai70375_ Himanshu</dc:creator>
  <cp:lastModifiedBy>22bai70375_ Himanshu</cp:lastModifiedBy>
  <cp:revision>1</cp:revision>
  <dcterms:created xsi:type="dcterms:W3CDTF">2026-03-15T17:38:37Z</dcterms:created>
  <dcterms:modified xsi:type="dcterms:W3CDTF">2026-03-15T17:38:47Z</dcterms:modified>
</cp:coreProperties>
</file>