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E9462EF3-3C4F-43EE-ACEE-D4B806740EA3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472EB-AC54-4713-BFC2-BEB621108C63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06B6-C816-4861-964D-15A98395707D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43B39-165A-4B68-AA5C-581F5336313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8C57-33F9-4259-AC4F-0E3F5BEC9B94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772B-8FA2-401F-A0A1-A59855EDBC3E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5BDE-5A90-4611-82E9-0FC5746D30C5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AC7D-18CA-4236-82B9-D75EB1D66EAE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0EAD-E369-4933-8469-ED7764B56A1B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0786BE5-D2A3-4BF0-8B30-D7403E61B3D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E137-8AAB-1791-F3A8-6A43F6786B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4F5F8-777C-F4E6-BFFC-F97B0CE033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656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22bai70375_ Himanshu</dc:creator>
  <cp:lastModifiedBy>22bai70375_ Himanshu</cp:lastModifiedBy>
  <cp:revision>1</cp:revision>
  <dcterms:created xsi:type="dcterms:W3CDTF">2026-03-15T17:37:58Z</dcterms:created>
  <dcterms:modified xsi:type="dcterms:W3CDTF">2026-03-15T17:38:09Z</dcterms:modified>
</cp:coreProperties>
</file>