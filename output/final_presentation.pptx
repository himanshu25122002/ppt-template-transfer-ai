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row 5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Partnership</a:t>
            </a:r>
          </a:p>
          <a:p>
            <a:pPr/>
            <a:r>
              <a:t>Plan</a:t>
            </a:r>
          </a:p>
          <a:p>
            <a:pPr/>
            <a:r>
              <a:t>Team</a:t>
            </a:r>
          </a:p>
          <a:p>
            <a:pPr/>
            <a:r>
              <a:t>Target</a:t>
            </a:r>
          </a:p>
          <a:p>
            <a:pPr/>
            <a:r>
              <a:t>Point 1</a:t>
            </a:r>
          </a:p>
          <a:p>
            <a:pPr/>
            <a:r>
              <a:t>Point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row 5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method worked out in advance for achieving some objective tshere is a contingency</a:t>
            </a:r>
          </a:p>
          <a:p>
            <a:pPr/>
            <a:r>
              <a:t>Microsoft Teams is a hub for teamwork in Microsoft 365 for Education.</a:t>
            </a:r>
          </a:p>
          <a:p>
            <a:pPr/>
            <a:r>
              <a:t>Get top deals, latest trends, and more</a:t>
            </a:r>
          </a:p>
          <a:p>
            <a:pPr/>
            <a:r>
              <a:t>Ownership grants the owner specific legal rights over the property, including the right to use it,</a:t>
            </a:r>
          </a:p>
          <a:p>
            <a:pPr/>
            <a:r>
              <a:t>A partnership is a formal arrangement by two or more parties to manage and operate</a:t>
            </a:r>
          </a:p>
          <a:p>
            <a:pPr/>
            <a:r>
              <a:t>plan in the office for handling almost any emergency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row 5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Keep all your content, apps, and conversations together in one place</a:t>
            </a:r>
          </a:p>
          <a:p>
            <a:pPr/>
            <a:r>
              <a:t>unlimited PDFs, daily targets, and practice questions for various bank exams.</a:t>
            </a:r>
          </a:p>
          <a:p>
            <a:pPr/>
            <a:r>
              <a:t>Each type comes with its own set of rules and implications.</a:t>
            </a:r>
          </a:p>
          <a:p>
            <a:pPr/>
            <a:r>
              <a:t>There are several types of partnership arrangements.</a:t>
            </a:r>
          </a:p>
          <a:p>
            <a:pPr/>
            <a:r>
              <a:t>Ownership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A41AC481-B287-49C8-90EF-C669597D2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Tw Cen MT</vt:lpstr>
      <vt:lpstr>Tw Cen MT Condensed</vt:lpstr>
      <vt:lpstr>Wingdings 3</vt:lpstr>
      <vt:lpstr>Integral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22bai70375_ Himanshu</dc:creator>
  <cp:lastModifiedBy>22bai70375_ Himanshu</cp:lastModifiedBy>
  <cp:revision>1</cp:revision>
  <dcterms:created xsi:type="dcterms:W3CDTF">2026-03-15T17:40:07Z</dcterms:created>
  <dcterms:modified xsi:type="dcterms:W3CDTF">2026-03-15T17:40:15Z</dcterms:modified>
</cp:coreProperties>
</file>